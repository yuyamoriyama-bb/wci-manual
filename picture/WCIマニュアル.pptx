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8" r:id="rId2"/>
    <p:sldId id="271" r:id="rId3"/>
    <p:sldId id="270" r:id="rId4"/>
    <p:sldId id="286" r:id="rId5"/>
    <p:sldId id="263" r:id="rId6"/>
    <p:sldId id="287" r:id="rId7"/>
    <p:sldId id="259" r:id="rId8"/>
    <p:sldId id="269" r:id="rId9"/>
    <p:sldId id="264" r:id="rId10"/>
    <p:sldId id="261" r:id="rId11"/>
    <p:sldId id="262" r:id="rId12"/>
    <p:sldId id="265" r:id="rId13"/>
    <p:sldId id="266" r:id="rId14"/>
    <p:sldId id="267" r:id="rId15"/>
    <p:sldId id="268" r:id="rId16"/>
    <p:sldId id="274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9" r:id="rId31"/>
    <p:sldId id="288" r:id="rId32"/>
    <p:sldId id="290" r:id="rId33"/>
    <p:sldId id="291" r:id="rId34"/>
    <p:sldId id="292" r:id="rId35"/>
    <p:sldId id="293" r:id="rId3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7A3"/>
    <a:srgbClr val="B5FF21"/>
    <a:srgbClr val="2F4C30"/>
    <a:srgbClr val="420A09"/>
    <a:srgbClr val="514315"/>
    <a:srgbClr val="232280"/>
    <a:srgbClr val="FF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1" autoAdjust="0"/>
    <p:restoredTop sz="97040" autoAdjust="0"/>
  </p:normalViewPr>
  <p:slideViewPr>
    <p:cSldViewPr snapToGrid="0">
      <p:cViewPr>
        <p:scale>
          <a:sx n="150" d="100"/>
          <a:sy n="150" d="100"/>
        </p:scale>
        <p:origin x="2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1956B-A259-4D80-A4D2-45ACCA8C9DE6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20136-860B-446C-BDC1-1C117FF106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86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45165-7269-86BC-F05D-E8032971F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B0A8DC4-F797-8B1A-A7D4-25E6BD2B9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89AED3E-BD4B-C834-629C-81AB66453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71E4D3-160E-CF60-4F85-934D28AAF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20136-860B-446C-BDC1-1C117FF106C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214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20136-860B-446C-BDC1-1C117FF106C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345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8A42B4-124D-6217-5033-025BAC6F1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D5ACB3-C062-1F8A-CE3C-F20A283C7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AF9980-6640-E471-196A-DC9A443F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A615CF-87B2-81F4-D465-D404C586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D67157-B7A5-89E9-8F45-89860166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7851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01EA7B-920D-F6A1-148F-1640F6E3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125BA7-8DA3-E805-32A4-0256759E6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5CBEE3-E35F-19E1-6B8F-F8C77958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01EAE-CCAE-9F76-EA3F-1C2773B2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10626B-9A68-9C0C-52F3-685A73E1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11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C6103-87A6-BDC7-1EEB-5B7C8EFB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C147B8-45C1-DC20-C084-2C9A568DB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8D05B0-7C65-60E4-74FA-D14EEE03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0BF757-15A6-CC75-B504-65B787C3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276F6A-9747-EA7B-DEED-6FD9EA9D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706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440C2D-BF00-D7C6-8B8A-E2FE4EF4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D70A99-070B-85A6-F254-3C033443F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698D55-1ECE-482D-7B57-82DB8CE06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5D5E1D-2B3C-F1CA-A93D-AAC7A48F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3DFCA7-549F-A9AE-830B-10A379FD7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873F96-53E4-6DCB-ACEB-1B6C6FD3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704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1DBE7E-D09A-29CE-9B1A-080B65071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7157FC-8F38-9219-7F40-C610B8B3B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E3BCE3C-AFDB-DE46-A22C-B64B544EA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7141E1B-50F3-55DD-BCAB-03AFB2D2D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C4CBE0-F1C6-A77C-4836-EC42AEE15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E0C02C-16AB-2B3F-B791-409C50E3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5924310-9987-866C-E759-B79ACED6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5E8DB1-F795-C2D2-1C0F-53972DF3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84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DCCED5-A0F6-2134-7C61-EC08CBA3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5266CF8-EECE-68A0-CA24-03CD860E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9915C2-3DD0-5108-7712-3728947A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A8247F9-A0D9-CAE9-DC2E-A1E0176D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75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1789062-9640-FFA2-1D66-ECA489414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3084B5-38CA-CEB1-3E92-90DA53B4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07327E-7F74-C29A-2C64-27F03DAF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11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51AC64-2767-B1ED-AF68-7E7AD3A5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647D11-2B12-8303-CDBF-EA00E95A2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140CDC-8E94-ED7A-287B-531CB00EA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640E1D-9E24-830D-9DA9-0D858928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00179A-2CB5-F798-5F1D-18DAD77B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ADA432-FE5F-5C96-1787-8ADCB9C9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0311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5D4C31-684E-DB84-96BA-9693F9D58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FF50DE8-7EA3-E701-C4D5-A142A9E1F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F35924-C9DA-27AE-6023-0853F1C74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C59AD9-52F7-179B-B1D1-E4F0D0C1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6F3DF6-7F08-FE96-A0AA-CBE0CDE9F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064AF8-5312-F04F-2AC8-6B0C631F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54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1B797-11E9-500A-B411-EAA17C6F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DD1291-CA99-4103-8BB2-795C5E653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7F4414-1379-8319-4918-F8BD4B2B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7439A5-0022-685A-9950-065D8835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8A646A-4153-2BD4-95E1-84A42F82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44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DA7FFBF-A673-B9E9-2F8B-42839962EC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81C788-03A6-9E0D-294D-5D06DCB83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8ECA68-A0BA-DFEB-B7BD-9ECE00E3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F49CC8-375B-1761-9D11-631DF872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140CF8-058D-73EE-93E6-18D98960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48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E5D4F27-AB61-11A9-D42A-23C86D91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C645E5-F896-BF2C-D7DA-B13E26F82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B30715-87B5-7962-ED43-1249058593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2E499-1247-4D30-8807-25DB9F3F83F8}" type="datetimeFigureOut">
              <a:rPr kumimoji="1" lang="ja-JP" altLang="en-US" smtClean="0"/>
              <a:t>2025/5/16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429EE1-24AA-3043-26E6-DDAC6483D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2C198E-A5CD-5CF6-F91B-B3E35D9C6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E1A0F-38EE-4F7F-963E-30D0FF2D5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142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BC961D6-10AC-67C6-A1CA-533FE49C6460}"/>
              </a:ext>
            </a:extLst>
          </p:cNvPr>
          <p:cNvSpPr/>
          <p:nvPr/>
        </p:nvSpPr>
        <p:spPr>
          <a:xfrm>
            <a:off x="6516976" y="4366261"/>
            <a:ext cx="211484" cy="48324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390A1118-18D6-02EE-EF59-35FAF707EA72}"/>
              </a:ext>
            </a:extLst>
          </p:cNvPr>
          <p:cNvCxnSpPr>
            <a:cxnSpLocks/>
          </p:cNvCxnSpPr>
          <p:nvPr/>
        </p:nvCxnSpPr>
        <p:spPr>
          <a:xfrm>
            <a:off x="10598257" y="1951020"/>
            <a:ext cx="0" cy="36956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AED1642F-60B6-3B24-729B-CAAC74A9D1AA}"/>
              </a:ext>
            </a:extLst>
          </p:cNvPr>
          <p:cNvCxnSpPr/>
          <p:nvPr/>
        </p:nvCxnSpPr>
        <p:spPr>
          <a:xfrm flipH="1">
            <a:off x="10138377" y="2304715"/>
            <a:ext cx="465595" cy="5638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43B3821C-2BC2-07AB-BBAB-532F9674D62C}"/>
              </a:ext>
            </a:extLst>
          </p:cNvPr>
          <p:cNvCxnSpPr>
            <a:cxnSpLocks/>
          </p:cNvCxnSpPr>
          <p:nvPr/>
        </p:nvCxnSpPr>
        <p:spPr>
          <a:xfrm flipH="1">
            <a:off x="10138377" y="1968013"/>
            <a:ext cx="459880" cy="56388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C7DF009-4888-3398-6A3C-31CBCCB08216}"/>
              </a:ext>
            </a:extLst>
          </p:cNvPr>
          <p:cNvCxnSpPr/>
          <p:nvPr/>
        </p:nvCxnSpPr>
        <p:spPr>
          <a:xfrm>
            <a:off x="8952477" y="1968014"/>
            <a:ext cx="164578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3150BAD-0372-5C89-EB50-793278362D7B}"/>
              </a:ext>
            </a:extLst>
          </p:cNvPr>
          <p:cNvSpPr/>
          <p:nvPr/>
        </p:nvSpPr>
        <p:spPr>
          <a:xfrm>
            <a:off x="4133489" y="3116956"/>
            <a:ext cx="1450748" cy="30569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EC7BD4A-2458-8AE5-AAAC-53FF27B4FB3C}"/>
              </a:ext>
            </a:extLst>
          </p:cNvPr>
          <p:cNvCxnSpPr>
            <a:cxnSpLocks/>
          </p:cNvCxnSpPr>
          <p:nvPr/>
        </p:nvCxnSpPr>
        <p:spPr>
          <a:xfrm>
            <a:off x="5991031" y="2593142"/>
            <a:ext cx="0" cy="30994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CDB122E-2741-4DB5-6ABD-3FD012408323}"/>
              </a:ext>
            </a:extLst>
          </p:cNvPr>
          <p:cNvCxnSpPr>
            <a:cxnSpLocks/>
          </p:cNvCxnSpPr>
          <p:nvPr/>
        </p:nvCxnSpPr>
        <p:spPr>
          <a:xfrm flipH="1">
            <a:off x="5585141" y="2899917"/>
            <a:ext cx="411850" cy="52381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99901CF-83C1-6641-035C-5D477F31DA45}"/>
              </a:ext>
            </a:extLst>
          </p:cNvPr>
          <p:cNvCxnSpPr>
            <a:cxnSpLocks/>
          </p:cNvCxnSpPr>
          <p:nvPr/>
        </p:nvCxnSpPr>
        <p:spPr>
          <a:xfrm flipH="1">
            <a:off x="5584236" y="2595979"/>
            <a:ext cx="406795" cy="523814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5E4D83C-A774-147C-9105-78A526019C31}"/>
              </a:ext>
            </a:extLst>
          </p:cNvPr>
          <p:cNvCxnSpPr>
            <a:cxnSpLocks/>
          </p:cNvCxnSpPr>
          <p:nvPr/>
        </p:nvCxnSpPr>
        <p:spPr>
          <a:xfrm flipH="1">
            <a:off x="4129784" y="2593142"/>
            <a:ext cx="429701" cy="523814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8F71460-021C-DF73-A96E-2E7465BFD3B6}"/>
              </a:ext>
            </a:extLst>
          </p:cNvPr>
          <p:cNvCxnSpPr>
            <a:cxnSpLocks/>
          </p:cNvCxnSpPr>
          <p:nvPr/>
        </p:nvCxnSpPr>
        <p:spPr>
          <a:xfrm>
            <a:off x="4549270" y="2599473"/>
            <a:ext cx="1446816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フローチャート: 手操作入力 87">
            <a:extLst>
              <a:ext uri="{FF2B5EF4-FFF2-40B4-BE49-F238E27FC236}">
                <a16:creationId xmlns:a16="http://schemas.microsoft.com/office/drawing/2014/main" id="{1E01BF9F-81CB-2BC8-4941-4A01B5137655}"/>
              </a:ext>
            </a:extLst>
          </p:cNvPr>
          <p:cNvSpPr/>
          <p:nvPr/>
        </p:nvSpPr>
        <p:spPr>
          <a:xfrm rot="10602370" flipH="1">
            <a:off x="4886535" y="4005307"/>
            <a:ext cx="350756" cy="631264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6" name="図 105" descr="ダイアグラム, 四角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36FC20D-50AC-22C3-CE42-4EF7934C0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015" y="447877"/>
            <a:ext cx="1837501" cy="831711"/>
          </a:xfrm>
          <a:prstGeom prst="rect">
            <a:avLst/>
          </a:prstGeom>
        </p:spPr>
      </p:pic>
      <p:grpSp>
        <p:nvGrpSpPr>
          <p:cNvPr id="167" name="グループ化 166">
            <a:extLst>
              <a:ext uri="{FF2B5EF4-FFF2-40B4-BE49-F238E27FC236}">
                <a16:creationId xmlns:a16="http://schemas.microsoft.com/office/drawing/2014/main" id="{B91AD618-9C26-AEB9-2383-A59FFC789058}"/>
              </a:ext>
            </a:extLst>
          </p:cNvPr>
          <p:cNvGrpSpPr/>
          <p:nvPr/>
        </p:nvGrpSpPr>
        <p:grpSpPr>
          <a:xfrm>
            <a:off x="1126095" y="680183"/>
            <a:ext cx="1837664" cy="696221"/>
            <a:chOff x="3051821" y="830423"/>
            <a:chExt cx="2111057" cy="896912"/>
          </a:xfrm>
        </p:grpSpPr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FBADA18E-C865-9C3E-498D-1E35E079D244}"/>
                </a:ext>
              </a:extLst>
            </p:cNvPr>
            <p:cNvSpPr/>
            <p:nvPr/>
          </p:nvSpPr>
          <p:spPr>
            <a:xfrm>
              <a:off x="3056197" y="1245032"/>
              <a:ext cx="217835" cy="47835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7B93605B-07FA-875D-EBC0-CF69D1045776}"/>
                </a:ext>
              </a:extLst>
            </p:cNvPr>
            <p:cNvCxnSpPr>
              <a:cxnSpLocks/>
            </p:cNvCxnSpPr>
            <p:nvPr/>
          </p:nvCxnSpPr>
          <p:spPr>
            <a:xfrm>
              <a:off x="5156140" y="830423"/>
              <a:ext cx="0" cy="333648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F5813A10-5A04-732E-8AE4-B82CA16277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7283" y="1160664"/>
              <a:ext cx="465595" cy="56388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線コネクタ 111">
              <a:extLst>
                <a:ext uri="{FF2B5EF4-FFF2-40B4-BE49-F238E27FC236}">
                  <a16:creationId xmlns:a16="http://schemas.microsoft.com/office/drawing/2014/main" id="{BDA2539F-A87C-CB7C-233D-2FDDE97A3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1821" y="1058028"/>
              <a:ext cx="161100" cy="187003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線コネクタ 112">
              <a:extLst>
                <a:ext uri="{FF2B5EF4-FFF2-40B4-BE49-F238E27FC236}">
                  <a16:creationId xmlns:a16="http://schemas.microsoft.com/office/drawing/2014/main" id="{F64C1CCA-0A53-D9FE-017C-3AB1C0B1FDAA}"/>
                </a:ext>
              </a:extLst>
            </p:cNvPr>
            <p:cNvCxnSpPr>
              <a:cxnSpLocks/>
            </p:cNvCxnSpPr>
            <p:nvPr/>
          </p:nvCxnSpPr>
          <p:spPr>
            <a:xfrm>
              <a:off x="3200162" y="1062937"/>
              <a:ext cx="234971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線コネクタ 168">
              <a:extLst>
                <a:ext uri="{FF2B5EF4-FFF2-40B4-BE49-F238E27FC236}">
                  <a16:creationId xmlns:a16="http://schemas.microsoft.com/office/drawing/2014/main" id="{0AB7F1A2-C0DD-0140-546A-768F1EE000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6220" y="1060483"/>
              <a:ext cx="161100" cy="187003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線コネクタ 170">
              <a:extLst>
                <a:ext uri="{FF2B5EF4-FFF2-40B4-BE49-F238E27FC236}">
                  <a16:creationId xmlns:a16="http://schemas.microsoft.com/office/drawing/2014/main" id="{A14719E2-8DB7-C6CE-32B2-A797DCF3F553}"/>
                </a:ext>
              </a:extLst>
            </p:cNvPr>
            <p:cNvCxnSpPr>
              <a:cxnSpLocks/>
            </p:cNvCxnSpPr>
            <p:nvPr/>
          </p:nvCxnSpPr>
          <p:spPr>
            <a:xfrm>
              <a:off x="3432944" y="1067245"/>
              <a:ext cx="0" cy="482303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線コネクタ 171">
              <a:extLst>
                <a:ext uri="{FF2B5EF4-FFF2-40B4-BE49-F238E27FC236}">
                  <a16:creationId xmlns:a16="http://schemas.microsoft.com/office/drawing/2014/main" id="{4C273F83-6E1B-1722-E335-5270C9DC05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32" y="1540332"/>
              <a:ext cx="161100" cy="187003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018FD859-A93E-DF13-5C1B-BDE92ACFAD99}"/>
              </a:ext>
            </a:extLst>
          </p:cNvPr>
          <p:cNvGrpSpPr/>
          <p:nvPr/>
        </p:nvGrpSpPr>
        <p:grpSpPr>
          <a:xfrm>
            <a:off x="2736189" y="3233053"/>
            <a:ext cx="180975" cy="138429"/>
            <a:chOff x="3260359" y="3030279"/>
            <a:chExt cx="180975" cy="138429"/>
          </a:xfrm>
        </p:grpSpPr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05AA27BF-F67D-7A5A-96EC-E0ECEC2335CF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403AC364-71A0-B2EF-FE2D-6ECC65EB9445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DCE9CC81-F2A6-A972-0F9C-4D2336B3B2B7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6" name="グループ化 115">
            <a:extLst>
              <a:ext uri="{FF2B5EF4-FFF2-40B4-BE49-F238E27FC236}">
                <a16:creationId xmlns:a16="http://schemas.microsoft.com/office/drawing/2014/main" id="{C2DF57B8-7BBD-FF58-8DBC-4B3E02826A35}"/>
              </a:ext>
            </a:extLst>
          </p:cNvPr>
          <p:cNvGrpSpPr/>
          <p:nvPr/>
        </p:nvGrpSpPr>
        <p:grpSpPr>
          <a:xfrm rot="10800000">
            <a:off x="2736189" y="3380947"/>
            <a:ext cx="180975" cy="138429"/>
            <a:chOff x="3260359" y="3030279"/>
            <a:chExt cx="180975" cy="138429"/>
          </a:xfrm>
        </p:grpSpPr>
        <p:sp>
          <p:nvSpPr>
            <p:cNvPr id="156" name="正方形/長方形 155">
              <a:extLst>
                <a:ext uri="{FF2B5EF4-FFF2-40B4-BE49-F238E27FC236}">
                  <a16:creationId xmlns:a16="http://schemas.microsoft.com/office/drawing/2014/main" id="{B6475104-CAA8-5D44-9F72-A18524514C38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871E151E-3650-247D-14A9-A8972C265057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888B7132-8B18-EF1C-4DCC-F754B7CA8503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5DBF2563-06CE-7996-B362-293786CE3402}"/>
              </a:ext>
            </a:extLst>
          </p:cNvPr>
          <p:cNvGrpSpPr/>
          <p:nvPr/>
        </p:nvGrpSpPr>
        <p:grpSpPr>
          <a:xfrm>
            <a:off x="3067292" y="3233053"/>
            <a:ext cx="180975" cy="138429"/>
            <a:chOff x="3260359" y="3030279"/>
            <a:chExt cx="180975" cy="138429"/>
          </a:xfrm>
        </p:grpSpPr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AA0AD5C2-4189-5A2D-B58A-1409782BEED0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7C583B69-54F3-31E4-0E19-98E235972122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E7D9B7D6-D248-6A7B-68BC-E0E711E6C821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4EC030CA-948A-CC4B-A80C-9B476F98400B}"/>
              </a:ext>
            </a:extLst>
          </p:cNvPr>
          <p:cNvGrpSpPr/>
          <p:nvPr/>
        </p:nvGrpSpPr>
        <p:grpSpPr>
          <a:xfrm rot="10800000">
            <a:off x="3067292" y="3380947"/>
            <a:ext cx="180975" cy="138429"/>
            <a:chOff x="3260359" y="3030279"/>
            <a:chExt cx="180975" cy="138429"/>
          </a:xfrm>
        </p:grpSpPr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6D514FC5-1B1B-5BE7-C8CC-0D136C0EC6CF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62A9BA86-6D3F-8C7F-C57D-8DCEB187786F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F5813324-9949-B5ED-CB11-CE6A6E37E067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9" name="グループ化 118">
            <a:extLst>
              <a:ext uri="{FF2B5EF4-FFF2-40B4-BE49-F238E27FC236}">
                <a16:creationId xmlns:a16="http://schemas.microsoft.com/office/drawing/2014/main" id="{1C2BA334-5358-951C-E044-0088913EBF56}"/>
              </a:ext>
            </a:extLst>
          </p:cNvPr>
          <p:cNvGrpSpPr/>
          <p:nvPr/>
        </p:nvGrpSpPr>
        <p:grpSpPr>
          <a:xfrm>
            <a:off x="3248741" y="3233053"/>
            <a:ext cx="180975" cy="138429"/>
            <a:chOff x="3260359" y="3030279"/>
            <a:chExt cx="180975" cy="138429"/>
          </a:xfrm>
        </p:grpSpPr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EE4640CF-1FAA-CF0B-1568-5BD96C41F485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BE81CEB9-AB74-872D-5D14-81C8B8F340DA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D1084D4B-7762-307E-504C-364F55F42E99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DE6B4AB7-D364-6653-AF3B-E2CF9A2C63E4}"/>
              </a:ext>
            </a:extLst>
          </p:cNvPr>
          <p:cNvGrpSpPr/>
          <p:nvPr/>
        </p:nvGrpSpPr>
        <p:grpSpPr>
          <a:xfrm rot="10800000">
            <a:off x="3248741" y="3380947"/>
            <a:ext cx="180975" cy="138429"/>
            <a:chOff x="3260359" y="3030279"/>
            <a:chExt cx="180975" cy="138429"/>
          </a:xfrm>
        </p:grpSpPr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DE616DB9-D022-88CB-E099-3C93A4C548A7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B07822AB-24D2-A4B9-0A2C-C9F82EE4C31C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42382D10-BE1F-258A-5F9C-8E266E7C8939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1" name="グループ化 120">
            <a:extLst>
              <a:ext uri="{FF2B5EF4-FFF2-40B4-BE49-F238E27FC236}">
                <a16:creationId xmlns:a16="http://schemas.microsoft.com/office/drawing/2014/main" id="{16332C3B-BBB0-2976-9368-3E21605FFD1B}"/>
              </a:ext>
            </a:extLst>
          </p:cNvPr>
          <p:cNvGrpSpPr/>
          <p:nvPr/>
        </p:nvGrpSpPr>
        <p:grpSpPr>
          <a:xfrm>
            <a:off x="3429716" y="3233053"/>
            <a:ext cx="180975" cy="138429"/>
            <a:chOff x="3260359" y="3030279"/>
            <a:chExt cx="180975" cy="138429"/>
          </a:xfrm>
        </p:grpSpPr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8C25E739-33BF-FC07-0C34-70C49000F064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7A55F7EB-28CE-F546-97CB-C7B1DA39B93D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45CAFE76-7CE2-E286-D4CE-5A1BC916F9B3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50F9F439-7969-65C0-0EF6-5C63B89496BA}"/>
              </a:ext>
            </a:extLst>
          </p:cNvPr>
          <p:cNvGrpSpPr/>
          <p:nvPr/>
        </p:nvGrpSpPr>
        <p:grpSpPr>
          <a:xfrm rot="10800000">
            <a:off x="3429716" y="3380947"/>
            <a:ext cx="180975" cy="138429"/>
            <a:chOff x="3260359" y="3030279"/>
            <a:chExt cx="180975" cy="138429"/>
          </a:xfrm>
        </p:grpSpPr>
        <p:sp>
          <p:nvSpPr>
            <p:cNvPr id="138" name="正方形/長方形 137">
              <a:extLst>
                <a:ext uri="{FF2B5EF4-FFF2-40B4-BE49-F238E27FC236}">
                  <a16:creationId xmlns:a16="http://schemas.microsoft.com/office/drawing/2014/main" id="{F0C423F1-C201-3740-0C64-C83E70C64780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EE324991-9762-C676-A2B4-672EC226E65B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C029B500-4A10-5A12-B4F2-DCAB89AD3688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AD0AF1F1-28F3-3D00-AC2D-6200D07B3394}"/>
              </a:ext>
            </a:extLst>
          </p:cNvPr>
          <p:cNvGrpSpPr/>
          <p:nvPr/>
        </p:nvGrpSpPr>
        <p:grpSpPr>
          <a:xfrm>
            <a:off x="3612596" y="3233053"/>
            <a:ext cx="180975" cy="138429"/>
            <a:chOff x="3260359" y="3030279"/>
            <a:chExt cx="180975" cy="138429"/>
          </a:xfrm>
        </p:grpSpPr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39C108EF-54CD-EF8E-3D47-08B948C4E4DA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5E95C615-57CB-BF36-050D-6D43C0544A61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ECEE21F2-E91F-3C60-00AC-8147A7FC9B1F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4" name="グループ化 123">
            <a:extLst>
              <a:ext uri="{FF2B5EF4-FFF2-40B4-BE49-F238E27FC236}">
                <a16:creationId xmlns:a16="http://schemas.microsoft.com/office/drawing/2014/main" id="{6F2CEB7A-58C7-6FC9-7926-792FF5E8DA7B}"/>
              </a:ext>
            </a:extLst>
          </p:cNvPr>
          <p:cNvGrpSpPr/>
          <p:nvPr/>
        </p:nvGrpSpPr>
        <p:grpSpPr>
          <a:xfrm rot="10800000">
            <a:off x="3612596" y="3380947"/>
            <a:ext cx="180975" cy="138429"/>
            <a:chOff x="3260359" y="3030279"/>
            <a:chExt cx="180975" cy="138429"/>
          </a:xfrm>
        </p:grpSpPr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078E656F-C4CA-A621-0BB8-3CF893BA1DD8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10E197EF-A6A0-2618-6F3A-859BBB8083F9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5" name="フローチャート: 結合子 124">
            <a:extLst>
              <a:ext uri="{FF2B5EF4-FFF2-40B4-BE49-F238E27FC236}">
                <a16:creationId xmlns:a16="http://schemas.microsoft.com/office/drawing/2014/main" id="{B2E2F3BB-0ADF-3B1A-7150-F50173F2E5C5}"/>
              </a:ext>
            </a:extLst>
          </p:cNvPr>
          <p:cNvSpPr/>
          <p:nvPr/>
        </p:nvSpPr>
        <p:spPr>
          <a:xfrm>
            <a:off x="2551015" y="3361592"/>
            <a:ext cx="45719" cy="49530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フローチャート: 結合子 125">
            <a:extLst>
              <a:ext uri="{FF2B5EF4-FFF2-40B4-BE49-F238E27FC236}">
                <a16:creationId xmlns:a16="http://schemas.microsoft.com/office/drawing/2014/main" id="{506CF680-B7D1-5011-343E-754155B8B537}"/>
              </a:ext>
            </a:extLst>
          </p:cNvPr>
          <p:cNvSpPr/>
          <p:nvPr/>
        </p:nvSpPr>
        <p:spPr>
          <a:xfrm>
            <a:off x="2596734" y="3361592"/>
            <a:ext cx="45719" cy="49530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フローチャート: 結合子 126">
            <a:extLst>
              <a:ext uri="{FF2B5EF4-FFF2-40B4-BE49-F238E27FC236}">
                <a16:creationId xmlns:a16="http://schemas.microsoft.com/office/drawing/2014/main" id="{2D7BC02F-8044-B939-B8E5-804D5C1F7E94}"/>
              </a:ext>
            </a:extLst>
          </p:cNvPr>
          <p:cNvSpPr/>
          <p:nvPr/>
        </p:nvSpPr>
        <p:spPr>
          <a:xfrm>
            <a:off x="2551014" y="3411122"/>
            <a:ext cx="45719" cy="49530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フローチャート: 結合子 127">
            <a:extLst>
              <a:ext uri="{FF2B5EF4-FFF2-40B4-BE49-F238E27FC236}">
                <a16:creationId xmlns:a16="http://schemas.microsoft.com/office/drawing/2014/main" id="{E00565BB-1113-1BC5-EBAC-7BAB382E8C33}"/>
              </a:ext>
            </a:extLst>
          </p:cNvPr>
          <p:cNvSpPr/>
          <p:nvPr/>
        </p:nvSpPr>
        <p:spPr>
          <a:xfrm>
            <a:off x="2596733" y="3411122"/>
            <a:ext cx="45719" cy="49530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フローチャート: 結合子 128">
            <a:extLst>
              <a:ext uri="{FF2B5EF4-FFF2-40B4-BE49-F238E27FC236}">
                <a16:creationId xmlns:a16="http://schemas.microsoft.com/office/drawing/2014/main" id="{8D9008E9-B7EA-948A-69CF-03953C7E5890}"/>
              </a:ext>
            </a:extLst>
          </p:cNvPr>
          <p:cNvSpPr/>
          <p:nvPr/>
        </p:nvSpPr>
        <p:spPr>
          <a:xfrm>
            <a:off x="2596732" y="3460652"/>
            <a:ext cx="45719" cy="49530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フローチャート: 結合子 129">
            <a:extLst>
              <a:ext uri="{FF2B5EF4-FFF2-40B4-BE49-F238E27FC236}">
                <a16:creationId xmlns:a16="http://schemas.microsoft.com/office/drawing/2014/main" id="{759DED5B-C6E9-8B0D-C0A9-66AF4F178D44}"/>
              </a:ext>
            </a:extLst>
          </p:cNvPr>
          <p:cNvSpPr/>
          <p:nvPr/>
        </p:nvSpPr>
        <p:spPr>
          <a:xfrm>
            <a:off x="2551013" y="3460652"/>
            <a:ext cx="45719" cy="49530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DC7665B4-42BB-1C52-9F23-4709ADAE18B2}"/>
              </a:ext>
            </a:extLst>
          </p:cNvPr>
          <p:cNvCxnSpPr>
            <a:cxnSpLocks/>
          </p:cNvCxnSpPr>
          <p:nvPr/>
        </p:nvCxnSpPr>
        <p:spPr>
          <a:xfrm flipH="1">
            <a:off x="827093" y="1245268"/>
            <a:ext cx="9826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フローチャート: 結合子 174">
            <a:extLst>
              <a:ext uri="{FF2B5EF4-FFF2-40B4-BE49-F238E27FC236}">
                <a16:creationId xmlns:a16="http://schemas.microsoft.com/office/drawing/2014/main" id="{F2180605-B1A7-5AA8-F329-7DDD67BBC288}"/>
              </a:ext>
            </a:extLst>
          </p:cNvPr>
          <p:cNvSpPr/>
          <p:nvPr/>
        </p:nvSpPr>
        <p:spPr>
          <a:xfrm flipH="1">
            <a:off x="1391921" y="1747520"/>
            <a:ext cx="81280" cy="8555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6" name="フローチャート: 結合子 175">
            <a:extLst>
              <a:ext uri="{FF2B5EF4-FFF2-40B4-BE49-F238E27FC236}">
                <a16:creationId xmlns:a16="http://schemas.microsoft.com/office/drawing/2014/main" id="{BD5637DE-6A16-1068-BD65-65AC2478BE3D}"/>
              </a:ext>
            </a:extLst>
          </p:cNvPr>
          <p:cNvSpPr/>
          <p:nvPr/>
        </p:nvSpPr>
        <p:spPr>
          <a:xfrm flipH="1">
            <a:off x="1432561" y="1747520"/>
            <a:ext cx="81280" cy="8555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直方体 176">
            <a:extLst>
              <a:ext uri="{FF2B5EF4-FFF2-40B4-BE49-F238E27FC236}">
                <a16:creationId xmlns:a16="http://schemas.microsoft.com/office/drawing/2014/main" id="{7682FB0F-32E1-3895-F478-E17FA59CDFF5}"/>
              </a:ext>
            </a:extLst>
          </p:cNvPr>
          <p:cNvSpPr/>
          <p:nvPr/>
        </p:nvSpPr>
        <p:spPr>
          <a:xfrm>
            <a:off x="3915112" y="1717304"/>
            <a:ext cx="338864" cy="477203"/>
          </a:xfrm>
          <a:prstGeom prst="cube">
            <a:avLst>
              <a:gd name="adj" fmla="val 38657"/>
            </a:avLst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0" name="グループ化 179">
            <a:extLst>
              <a:ext uri="{FF2B5EF4-FFF2-40B4-BE49-F238E27FC236}">
                <a16:creationId xmlns:a16="http://schemas.microsoft.com/office/drawing/2014/main" id="{2AE7BF75-8B53-F50A-633D-03B4C452BB0F}"/>
              </a:ext>
            </a:extLst>
          </p:cNvPr>
          <p:cNvGrpSpPr/>
          <p:nvPr/>
        </p:nvGrpSpPr>
        <p:grpSpPr>
          <a:xfrm>
            <a:off x="4868689" y="1366056"/>
            <a:ext cx="1985926" cy="862027"/>
            <a:chOff x="4868689" y="1366056"/>
            <a:chExt cx="1985926" cy="862027"/>
          </a:xfrm>
        </p:grpSpPr>
        <p:sp>
          <p:nvSpPr>
            <p:cNvPr id="178" name="直方体 177">
              <a:extLst>
                <a:ext uri="{FF2B5EF4-FFF2-40B4-BE49-F238E27FC236}">
                  <a16:creationId xmlns:a16="http://schemas.microsoft.com/office/drawing/2014/main" id="{E12D4BE2-EAF8-F20F-40CB-347C55E8A596}"/>
                </a:ext>
              </a:extLst>
            </p:cNvPr>
            <p:cNvSpPr/>
            <p:nvPr/>
          </p:nvSpPr>
          <p:spPr>
            <a:xfrm>
              <a:off x="4868689" y="1366056"/>
              <a:ext cx="1985926" cy="862027"/>
            </a:xfrm>
            <a:prstGeom prst="cube">
              <a:avLst>
                <a:gd name="adj" fmla="val 63781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B4821CA8-B5AC-43B0-D313-3F8BDDC5AEE8}"/>
                </a:ext>
              </a:extLst>
            </p:cNvPr>
            <p:cNvSpPr/>
            <p:nvPr/>
          </p:nvSpPr>
          <p:spPr>
            <a:xfrm>
              <a:off x="4883040" y="1964997"/>
              <a:ext cx="1414360" cy="6547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54A2D7FA-982C-1EDF-824E-5258DDC90CC1}"/>
                </a:ext>
              </a:extLst>
            </p:cNvPr>
            <p:cNvGrpSpPr/>
            <p:nvPr/>
          </p:nvGrpSpPr>
          <p:grpSpPr>
            <a:xfrm>
              <a:off x="5105573" y="1937070"/>
              <a:ext cx="160085" cy="128593"/>
              <a:chOff x="3260359" y="3030279"/>
              <a:chExt cx="180975" cy="138429"/>
            </a:xfrm>
          </p:grpSpPr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9F2145A6-A063-6595-0151-AD8258D6C607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FF6DE1CC-1FA2-E017-3BA8-BD93A2A87016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66ECF535-BBAF-240E-048E-DAE510AB03AD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F57BA36C-4EDF-439D-A46A-02CB898586ED}"/>
                </a:ext>
              </a:extLst>
            </p:cNvPr>
            <p:cNvGrpSpPr/>
            <p:nvPr/>
          </p:nvGrpSpPr>
          <p:grpSpPr>
            <a:xfrm rot="10800000">
              <a:off x="5105573" y="2074455"/>
              <a:ext cx="160085" cy="128593"/>
              <a:chOff x="3260359" y="3030279"/>
              <a:chExt cx="180975" cy="138429"/>
            </a:xfrm>
          </p:grpSpPr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4E5F9924-3AD9-2E80-8533-F54059070467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BCBF4B9E-1770-3D31-7598-85A8B08E4EB9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64BDD1CE-3516-C6DD-206E-02C43D2726D6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DCB0ABE0-67B8-7FF3-5A5C-919710958FCB}"/>
                </a:ext>
              </a:extLst>
            </p:cNvPr>
            <p:cNvGrpSpPr/>
            <p:nvPr/>
          </p:nvGrpSpPr>
          <p:grpSpPr>
            <a:xfrm>
              <a:off x="5398456" y="1937070"/>
              <a:ext cx="160085" cy="128593"/>
              <a:chOff x="3260359" y="3030279"/>
              <a:chExt cx="180975" cy="138429"/>
            </a:xfrm>
          </p:grpSpPr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64F5092A-7132-5F01-6B74-C77C291A97D0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F2AA8EF1-E13F-C173-D068-72ECCCCCDA83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301631B0-84F3-D019-22CB-7F7B588B97C3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4BF1B183-4CA7-B2A2-44F5-46B1484F9807}"/>
                </a:ext>
              </a:extLst>
            </p:cNvPr>
            <p:cNvGrpSpPr/>
            <p:nvPr/>
          </p:nvGrpSpPr>
          <p:grpSpPr>
            <a:xfrm rot="10800000">
              <a:off x="5398456" y="2074455"/>
              <a:ext cx="160085" cy="128593"/>
              <a:chOff x="3260359" y="3030279"/>
              <a:chExt cx="180975" cy="138429"/>
            </a:xfrm>
          </p:grpSpPr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21C2E705-70E3-5D80-1109-B68AA0B0147E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0E96F74C-9DCB-3F1E-5547-BC2735B05EB8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BC9FB533-8F01-85A0-9B3B-B48E02359CD7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56" name="グループ化 55">
              <a:extLst>
                <a:ext uri="{FF2B5EF4-FFF2-40B4-BE49-F238E27FC236}">
                  <a16:creationId xmlns:a16="http://schemas.microsoft.com/office/drawing/2014/main" id="{DB3F338E-A8B4-C37A-CE09-7989FEC1042A}"/>
                </a:ext>
              </a:extLst>
            </p:cNvPr>
            <p:cNvGrpSpPr/>
            <p:nvPr/>
          </p:nvGrpSpPr>
          <p:grpSpPr>
            <a:xfrm>
              <a:off x="5558959" y="1937070"/>
              <a:ext cx="160085" cy="128593"/>
              <a:chOff x="3260359" y="3030279"/>
              <a:chExt cx="180975" cy="138429"/>
            </a:xfrm>
          </p:grpSpPr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B53380C5-A504-9E52-ED62-524EE6457C31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72EE42DD-C9EB-F883-1B36-8DDBC160B2C7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5B15A06F-A565-1E68-B8D3-73724FEA8B61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EA56CD7B-B287-F70A-7EAA-9F93249B9324}"/>
                </a:ext>
              </a:extLst>
            </p:cNvPr>
            <p:cNvGrpSpPr/>
            <p:nvPr/>
          </p:nvGrpSpPr>
          <p:grpSpPr>
            <a:xfrm rot="10800000">
              <a:off x="5558959" y="2074455"/>
              <a:ext cx="160085" cy="128593"/>
              <a:chOff x="3260359" y="3030279"/>
              <a:chExt cx="180975" cy="138429"/>
            </a:xfrm>
          </p:grpSpPr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5625BF61-1CFA-01D4-9D78-E6C053D5723E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C7C79F1E-B927-CADE-CC40-86C973A712C7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E0ECEE31-114C-E003-DD84-208FA5F675B3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4" name="グループ化 63">
              <a:extLst>
                <a:ext uri="{FF2B5EF4-FFF2-40B4-BE49-F238E27FC236}">
                  <a16:creationId xmlns:a16="http://schemas.microsoft.com/office/drawing/2014/main" id="{C4061949-871D-8615-5025-006F09886B2E}"/>
                </a:ext>
              </a:extLst>
            </p:cNvPr>
            <p:cNvGrpSpPr/>
            <p:nvPr/>
          </p:nvGrpSpPr>
          <p:grpSpPr>
            <a:xfrm>
              <a:off x="5719044" y="1937070"/>
              <a:ext cx="160085" cy="128593"/>
              <a:chOff x="3260359" y="3030279"/>
              <a:chExt cx="180975" cy="138429"/>
            </a:xfrm>
          </p:grpSpPr>
          <p:sp>
            <p:nvSpPr>
              <p:cNvPr id="65" name="正方形/長方形 64">
                <a:extLst>
                  <a:ext uri="{FF2B5EF4-FFF2-40B4-BE49-F238E27FC236}">
                    <a16:creationId xmlns:a16="http://schemas.microsoft.com/office/drawing/2014/main" id="{2A6B82EA-AFA2-E12E-A354-0770BDBFD894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586EE4EA-7D69-EE7C-355D-BFF34E90EE44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7" name="正方形/長方形 66">
                <a:extLst>
                  <a:ext uri="{FF2B5EF4-FFF2-40B4-BE49-F238E27FC236}">
                    <a16:creationId xmlns:a16="http://schemas.microsoft.com/office/drawing/2014/main" id="{5EA2113A-363D-92C4-6E69-53E9E0CC3067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8" name="グループ化 67">
              <a:extLst>
                <a:ext uri="{FF2B5EF4-FFF2-40B4-BE49-F238E27FC236}">
                  <a16:creationId xmlns:a16="http://schemas.microsoft.com/office/drawing/2014/main" id="{4B7593CE-B1A8-ED50-C476-D8BE46EAAAF7}"/>
                </a:ext>
              </a:extLst>
            </p:cNvPr>
            <p:cNvGrpSpPr/>
            <p:nvPr/>
          </p:nvGrpSpPr>
          <p:grpSpPr>
            <a:xfrm rot="10800000">
              <a:off x="5719044" y="2074455"/>
              <a:ext cx="160085" cy="128593"/>
              <a:chOff x="3260359" y="3030279"/>
              <a:chExt cx="180975" cy="138429"/>
            </a:xfrm>
          </p:grpSpPr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6A323C90-165D-7D57-D3F3-79E6AB409515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0" name="正方形/長方形 69">
                <a:extLst>
                  <a:ext uri="{FF2B5EF4-FFF2-40B4-BE49-F238E27FC236}">
                    <a16:creationId xmlns:a16="http://schemas.microsoft.com/office/drawing/2014/main" id="{5817544F-7B0B-F8F3-D644-24F9DD22EC63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1" name="正方形/長方形 70">
                <a:extLst>
                  <a:ext uri="{FF2B5EF4-FFF2-40B4-BE49-F238E27FC236}">
                    <a16:creationId xmlns:a16="http://schemas.microsoft.com/office/drawing/2014/main" id="{AE28F674-B4FA-5C8E-1990-C1C9B4AA761A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2" name="グループ化 71">
              <a:extLst>
                <a:ext uri="{FF2B5EF4-FFF2-40B4-BE49-F238E27FC236}">
                  <a16:creationId xmlns:a16="http://schemas.microsoft.com/office/drawing/2014/main" id="{395EB0DF-8E20-BF12-DBB5-74816EA60FCF}"/>
                </a:ext>
              </a:extLst>
            </p:cNvPr>
            <p:cNvGrpSpPr/>
            <p:nvPr/>
          </p:nvGrpSpPr>
          <p:grpSpPr>
            <a:xfrm>
              <a:off x="5880814" y="1937070"/>
              <a:ext cx="160085" cy="128593"/>
              <a:chOff x="3260359" y="3030279"/>
              <a:chExt cx="180975" cy="138429"/>
            </a:xfrm>
          </p:grpSpPr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58EA2F26-7633-A52D-B109-07133DBD7825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38AA646F-AFC4-B6F7-D823-6B0C791CF32B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12D7E7AB-918B-3AD6-E994-3028976D7669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7B0CC8FE-0583-29F3-E5D4-198E2E925C2E}"/>
                </a:ext>
              </a:extLst>
            </p:cNvPr>
            <p:cNvGrpSpPr/>
            <p:nvPr/>
          </p:nvGrpSpPr>
          <p:grpSpPr>
            <a:xfrm rot="10800000">
              <a:off x="5880814" y="2074455"/>
              <a:ext cx="160085" cy="128593"/>
              <a:chOff x="3260359" y="3030279"/>
              <a:chExt cx="180975" cy="138429"/>
            </a:xfrm>
          </p:grpSpPr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AEB93946-B8B7-6EE8-178D-0DB00387D103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E2AEDA57-C196-0181-4F3F-6127CEEDD1C6}"/>
                  </a:ext>
                </a:extLst>
              </p:cNvPr>
              <p:cNvSpPr/>
              <p:nvPr/>
            </p:nvSpPr>
            <p:spPr>
              <a:xfrm>
                <a:off x="3291202" y="3073460"/>
                <a:ext cx="119285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9C613703-2070-B7F4-E19B-BD959996B0C3}"/>
                  </a:ext>
                </a:extLst>
              </p:cNvPr>
              <p:cNvSpPr/>
              <p:nvPr/>
            </p:nvSpPr>
            <p:spPr>
              <a:xfrm>
                <a:off x="3324128" y="3054228"/>
                <a:ext cx="53435" cy="5739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0" name="フローチャート: 結合子 79">
              <a:extLst>
                <a:ext uri="{FF2B5EF4-FFF2-40B4-BE49-F238E27FC236}">
                  <a16:creationId xmlns:a16="http://schemas.microsoft.com/office/drawing/2014/main" id="{5AA7A5E8-320D-6FA1-7C88-5BAAB6B9C3FE}"/>
                </a:ext>
              </a:extLst>
            </p:cNvPr>
            <p:cNvSpPr/>
            <p:nvPr/>
          </p:nvSpPr>
          <p:spPr>
            <a:xfrm>
              <a:off x="4941774" y="2056475"/>
              <a:ext cx="40442" cy="46011"/>
            </a:xfrm>
            <a:prstGeom prst="flowChartConnector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フローチャート: 結合子 80">
              <a:extLst>
                <a:ext uri="{FF2B5EF4-FFF2-40B4-BE49-F238E27FC236}">
                  <a16:creationId xmlns:a16="http://schemas.microsoft.com/office/drawing/2014/main" id="{8577576A-8911-006B-2D4B-7997A0233350}"/>
                </a:ext>
              </a:extLst>
            </p:cNvPr>
            <p:cNvSpPr/>
            <p:nvPr/>
          </p:nvSpPr>
          <p:spPr>
            <a:xfrm>
              <a:off x="4982215" y="2056475"/>
              <a:ext cx="40442" cy="46011"/>
            </a:xfrm>
            <a:prstGeom prst="flowChartConnector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フローチャート: 結合子 81">
              <a:extLst>
                <a:ext uri="{FF2B5EF4-FFF2-40B4-BE49-F238E27FC236}">
                  <a16:creationId xmlns:a16="http://schemas.microsoft.com/office/drawing/2014/main" id="{1180F392-CD51-E5EF-E962-975B415A37C2}"/>
                </a:ext>
              </a:extLst>
            </p:cNvPr>
            <p:cNvSpPr/>
            <p:nvPr/>
          </p:nvSpPr>
          <p:spPr>
            <a:xfrm>
              <a:off x="4941773" y="2102486"/>
              <a:ext cx="40442" cy="46011"/>
            </a:xfrm>
            <a:prstGeom prst="flowChartConnector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フローチャート: 結合子 82">
              <a:extLst>
                <a:ext uri="{FF2B5EF4-FFF2-40B4-BE49-F238E27FC236}">
                  <a16:creationId xmlns:a16="http://schemas.microsoft.com/office/drawing/2014/main" id="{4DAE73E8-E285-8A37-264F-95EEA84C70F4}"/>
                </a:ext>
              </a:extLst>
            </p:cNvPr>
            <p:cNvSpPr/>
            <p:nvPr/>
          </p:nvSpPr>
          <p:spPr>
            <a:xfrm>
              <a:off x="4982215" y="2102486"/>
              <a:ext cx="40442" cy="46011"/>
            </a:xfrm>
            <a:prstGeom prst="flowChartConnector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フローチャート: 結合子 83">
              <a:extLst>
                <a:ext uri="{FF2B5EF4-FFF2-40B4-BE49-F238E27FC236}">
                  <a16:creationId xmlns:a16="http://schemas.microsoft.com/office/drawing/2014/main" id="{052B8DB7-974D-46D3-6C77-CEC28E24F752}"/>
                </a:ext>
              </a:extLst>
            </p:cNvPr>
            <p:cNvSpPr/>
            <p:nvPr/>
          </p:nvSpPr>
          <p:spPr>
            <a:xfrm>
              <a:off x="4982214" y="2148496"/>
              <a:ext cx="40442" cy="46011"/>
            </a:xfrm>
            <a:prstGeom prst="flowChartConnector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フローチャート: 結合子 84">
              <a:extLst>
                <a:ext uri="{FF2B5EF4-FFF2-40B4-BE49-F238E27FC236}">
                  <a16:creationId xmlns:a16="http://schemas.microsoft.com/office/drawing/2014/main" id="{1F38DE35-D5D5-179F-822C-7E68C4C3507E}"/>
                </a:ext>
              </a:extLst>
            </p:cNvPr>
            <p:cNvSpPr/>
            <p:nvPr/>
          </p:nvSpPr>
          <p:spPr>
            <a:xfrm>
              <a:off x="4941772" y="2148496"/>
              <a:ext cx="40442" cy="46011"/>
            </a:xfrm>
            <a:prstGeom prst="flowChartConnector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6" name="図 85" descr="ロゴ, 会社名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A82547FE-F6C7-81DF-32D4-78916103D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43" t="-222" r="30317" b="41380"/>
            <a:stretch/>
          </p:blipFill>
          <p:spPr>
            <a:xfrm>
              <a:off x="6099826" y="2038237"/>
              <a:ext cx="156945" cy="164811"/>
            </a:xfrm>
            <a:prstGeom prst="rect">
              <a:avLst/>
            </a:prstGeom>
          </p:spPr>
        </p:pic>
      </p:grpSp>
      <p:sp>
        <p:nvSpPr>
          <p:cNvPr id="179" name="四角形: 角度付き 178">
            <a:extLst>
              <a:ext uri="{FF2B5EF4-FFF2-40B4-BE49-F238E27FC236}">
                <a16:creationId xmlns:a16="http://schemas.microsoft.com/office/drawing/2014/main" id="{592106B2-C3CB-53D4-7EF6-54A7BCB8F9F7}"/>
              </a:ext>
            </a:extLst>
          </p:cNvPr>
          <p:cNvSpPr/>
          <p:nvPr/>
        </p:nvSpPr>
        <p:spPr>
          <a:xfrm>
            <a:off x="2636491" y="2417841"/>
            <a:ext cx="338489" cy="660542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直方体 181">
            <a:extLst>
              <a:ext uri="{FF2B5EF4-FFF2-40B4-BE49-F238E27FC236}">
                <a16:creationId xmlns:a16="http://schemas.microsoft.com/office/drawing/2014/main" id="{16CB6CFC-B140-AA3D-4FE3-74D6F56A0F0C}"/>
              </a:ext>
            </a:extLst>
          </p:cNvPr>
          <p:cNvSpPr/>
          <p:nvPr/>
        </p:nvSpPr>
        <p:spPr>
          <a:xfrm>
            <a:off x="1181833" y="4148087"/>
            <a:ext cx="1985926" cy="862027"/>
          </a:xfrm>
          <a:prstGeom prst="cube">
            <a:avLst>
              <a:gd name="adj" fmla="val 637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2B066B74-8628-6DED-BC05-2D198D34302D}"/>
              </a:ext>
            </a:extLst>
          </p:cNvPr>
          <p:cNvSpPr/>
          <p:nvPr/>
        </p:nvSpPr>
        <p:spPr>
          <a:xfrm>
            <a:off x="6249768" y="3291099"/>
            <a:ext cx="1414360" cy="654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4" name="グループ化 183">
            <a:extLst>
              <a:ext uri="{FF2B5EF4-FFF2-40B4-BE49-F238E27FC236}">
                <a16:creationId xmlns:a16="http://schemas.microsoft.com/office/drawing/2014/main" id="{4112E2C5-6792-6271-0111-4264CCE83A9F}"/>
              </a:ext>
            </a:extLst>
          </p:cNvPr>
          <p:cNvGrpSpPr/>
          <p:nvPr/>
        </p:nvGrpSpPr>
        <p:grpSpPr>
          <a:xfrm>
            <a:off x="6472301" y="3263172"/>
            <a:ext cx="160085" cy="128593"/>
            <a:chOff x="3260359" y="3030279"/>
            <a:chExt cx="180975" cy="138429"/>
          </a:xfrm>
        </p:grpSpPr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9B0B8CA9-E1B7-B433-D75F-B622D50A32EE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3A1DDF5C-162E-8C1E-BB98-1225D4C18FE1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0" name="正方形/長方形 229">
              <a:extLst>
                <a:ext uri="{FF2B5EF4-FFF2-40B4-BE49-F238E27FC236}">
                  <a16:creationId xmlns:a16="http://schemas.microsoft.com/office/drawing/2014/main" id="{FB8EAB00-455E-2EA8-20B1-E749497D633F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5" name="グループ化 184">
            <a:extLst>
              <a:ext uri="{FF2B5EF4-FFF2-40B4-BE49-F238E27FC236}">
                <a16:creationId xmlns:a16="http://schemas.microsoft.com/office/drawing/2014/main" id="{AEA8748A-F223-684A-506F-EA3D3697D25C}"/>
              </a:ext>
            </a:extLst>
          </p:cNvPr>
          <p:cNvGrpSpPr/>
          <p:nvPr/>
        </p:nvGrpSpPr>
        <p:grpSpPr>
          <a:xfrm rot="10800000">
            <a:off x="6472301" y="3400557"/>
            <a:ext cx="160085" cy="128593"/>
            <a:chOff x="3260359" y="3030279"/>
            <a:chExt cx="180975" cy="138429"/>
          </a:xfrm>
        </p:grpSpPr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FF54E366-6A73-2A65-E7E6-C783BC82AC22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97298CCF-73C9-51A8-5D34-D4D3A4E7A24D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7" name="正方形/長方形 226">
              <a:extLst>
                <a:ext uri="{FF2B5EF4-FFF2-40B4-BE49-F238E27FC236}">
                  <a16:creationId xmlns:a16="http://schemas.microsoft.com/office/drawing/2014/main" id="{7DC2598D-F720-AFB0-F5EE-A3A6407208B7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6" name="グループ化 185">
            <a:extLst>
              <a:ext uri="{FF2B5EF4-FFF2-40B4-BE49-F238E27FC236}">
                <a16:creationId xmlns:a16="http://schemas.microsoft.com/office/drawing/2014/main" id="{8FE2105F-153B-B7CF-E179-F7EEE47C968C}"/>
              </a:ext>
            </a:extLst>
          </p:cNvPr>
          <p:cNvGrpSpPr/>
          <p:nvPr/>
        </p:nvGrpSpPr>
        <p:grpSpPr>
          <a:xfrm>
            <a:off x="6765184" y="3263172"/>
            <a:ext cx="160085" cy="128593"/>
            <a:chOff x="3260359" y="3030279"/>
            <a:chExt cx="180975" cy="138429"/>
          </a:xfrm>
        </p:grpSpPr>
        <p:sp>
          <p:nvSpPr>
            <p:cNvPr id="222" name="正方形/長方形 221">
              <a:extLst>
                <a:ext uri="{FF2B5EF4-FFF2-40B4-BE49-F238E27FC236}">
                  <a16:creationId xmlns:a16="http://schemas.microsoft.com/office/drawing/2014/main" id="{13C64D7A-70D1-6138-B0CC-26D87D74D4E2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3" name="正方形/長方形 222">
              <a:extLst>
                <a:ext uri="{FF2B5EF4-FFF2-40B4-BE49-F238E27FC236}">
                  <a16:creationId xmlns:a16="http://schemas.microsoft.com/office/drawing/2014/main" id="{EB4692D7-94A0-7F38-EC4A-047D2B8ED176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207C108D-8CF0-70B9-99A6-F56868D19724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7" name="グループ化 186">
            <a:extLst>
              <a:ext uri="{FF2B5EF4-FFF2-40B4-BE49-F238E27FC236}">
                <a16:creationId xmlns:a16="http://schemas.microsoft.com/office/drawing/2014/main" id="{3112A5AE-F27D-8500-C7E7-A7C819651659}"/>
              </a:ext>
            </a:extLst>
          </p:cNvPr>
          <p:cNvGrpSpPr/>
          <p:nvPr/>
        </p:nvGrpSpPr>
        <p:grpSpPr>
          <a:xfrm rot="10800000">
            <a:off x="6765184" y="3400557"/>
            <a:ext cx="160085" cy="128593"/>
            <a:chOff x="3260359" y="3030279"/>
            <a:chExt cx="180975" cy="138429"/>
          </a:xfrm>
        </p:grpSpPr>
        <p:sp>
          <p:nvSpPr>
            <p:cNvPr id="219" name="正方形/長方形 218">
              <a:extLst>
                <a:ext uri="{FF2B5EF4-FFF2-40B4-BE49-F238E27FC236}">
                  <a16:creationId xmlns:a16="http://schemas.microsoft.com/office/drawing/2014/main" id="{460B5B54-991D-052D-124E-7A00E59ED2F5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0" name="正方形/長方形 219">
              <a:extLst>
                <a:ext uri="{FF2B5EF4-FFF2-40B4-BE49-F238E27FC236}">
                  <a16:creationId xmlns:a16="http://schemas.microsoft.com/office/drawing/2014/main" id="{94301F0E-7E6A-EEA1-D96B-E866FA84685B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1" name="正方形/長方形 220">
              <a:extLst>
                <a:ext uri="{FF2B5EF4-FFF2-40B4-BE49-F238E27FC236}">
                  <a16:creationId xmlns:a16="http://schemas.microsoft.com/office/drawing/2014/main" id="{A49E2565-45D1-A8DE-82CD-F5C1D515EDF2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8" name="グループ化 187">
            <a:extLst>
              <a:ext uri="{FF2B5EF4-FFF2-40B4-BE49-F238E27FC236}">
                <a16:creationId xmlns:a16="http://schemas.microsoft.com/office/drawing/2014/main" id="{05B5CEBB-1BF7-2E62-E311-FDA835A2FAAA}"/>
              </a:ext>
            </a:extLst>
          </p:cNvPr>
          <p:cNvGrpSpPr/>
          <p:nvPr/>
        </p:nvGrpSpPr>
        <p:grpSpPr>
          <a:xfrm>
            <a:off x="6925687" y="3263172"/>
            <a:ext cx="160085" cy="128593"/>
            <a:chOff x="3260359" y="3030279"/>
            <a:chExt cx="180975" cy="138429"/>
          </a:xfrm>
        </p:grpSpPr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C6EFE721-5E3E-2D64-676F-5CB7CC6FC333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7" name="正方形/長方形 216">
              <a:extLst>
                <a:ext uri="{FF2B5EF4-FFF2-40B4-BE49-F238E27FC236}">
                  <a16:creationId xmlns:a16="http://schemas.microsoft.com/office/drawing/2014/main" id="{49F0712F-9307-A1DA-25F7-373E9F873CB3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8" name="正方形/長方形 217">
              <a:extLst>
                <a:ext uri="{FF2B5EF4-FFF2-40B4-BE49-F238E27FC236}">
                  <a16:creationId xmlns:a16="http://schemas.microsoft.com/office/drawing/2014/main" id="{8BFDC12D-8BF2-EB14-19EA-C9C4734B4D92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9" name="グループ化 188">
            <a:extLst>
              <a:ext uri="{FF2B5EF4-FFF2-40B4-BE49-F238E27FC236}">
                <a16:creationId xmlns:a16="http://schemas.microsoft.com/office/drawing/2014/main" id="{E63E7D6C-D1A2-0596-5F8E-DB6500E8648B}"/>
              </a:ext>
            </a:extLst>
          </p:cNvPr>
          <p:cNvGrpSpPr/>
          <p:nvPr/>
        </p:nvGrpSpPr>
        <p:grpSpPr>
          <a:xfrm rot="10800000">
            <a:off x="6925687" y="3400557"/>
            <a:ext cx="160085" cy="128593"/>
            <a:chOff x="3260359" y="3030279"/>
            <a:chExt cx="180975" cy="138429"/>
          </a:xfrm>
        </p:grpSpPr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455FF796-3168-78E1-D2EA-8FCF1A4983CB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31F26A43-2708-B878-1A6D-6340686FE9F2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1801AEF3-C810-3AB3-2A7C-7D7197FB3B10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0" name="グループ化 189">
            <a:extLst>
              <a:ext uri="{FF2B5EF4-FFF2-40B4-BE49-F238E27FC236}">
                <a16:creationId xmlns:a16="http://schemas.microsoft.com/office/drawing/2014/main" id="{EDEDE9A9-508F-85B0-E160-41DD0E2B268E}"/>
              </a:ext>
            </a:extLst>
          </p:cNvPr>
          <p:cNvGrpSpPr/>
          <p:nvPr/>
        </p:nvGrpSpPr>
        <p:grpSpPr>
          <a:xfrm>
            <a:off x="7085772" y="3263172"/>
            <a:ext cx="160085" cy="128593"/>
            <a:chOff x="3260359" y="3030279"/>
            <a:chExt cx="180975" cy="138429"/>
          </a:xfrm>
        </p:grpSpPr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CE13FAB0-B80C-530A-B6C7-FB90E6BDCEA6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17327645-78C1-2A08-E7CD-139A09A55BE1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D816834A-8A8D-941C-35E9-64EC4C23626D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1" name="グループ化 190">
            <a:extLst>
              <a:ext uri="{FF2B5EF4-FFF2-40B4-BE49-F238E27FC236}">
                <a16:creationId xmlns:a16="http://schemas.microsoft.com/office/drawing/2014/main" id="{D55A74CA-DCEF-8E38-049C-4A8394AC490B}"/>
              </a:ext>
            </a:extLst>
          </p:cNvPr>
          <p:cNvGrpSpPr/>
          <p:nvPr/>
        </p:nvGrpSpPr>
        <p:grpSpPr>
          <a:xfrm rot="10800000">
            <a:off x="7085772" y="3400557"/>
            <a:ext cx="160085" cy="128593"/>
            <a:chOff x="3260359" y="3030279"/>
            <a:chExt cx="180975" cy="138429"/>
          </a:xfrm>
        </p:grpSpPr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30C2AD67-6A06-27B9-3C24-8F224B234484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CCD65088-1532-EDB4-D360-C7018E7BD2D3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AD496995-06FC-C5D3-D343-63F54572F38F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2" name="グループ化 191">
            <a:extLst>
              <a:ext uri="{FF2B5EF4-FFF2-40B4-BE49-F238E27FC236}">
                <a16:creationId xmlns:a16="http://schemas.microsoft.com/office/drawing/2014/main" id="{2DC14921-499A-C61C-1596-28688384C4C8}"/>
              </a:ext>
            </a:extLst>
          </p:cNvPr>
          <p:cNvGrpSpPr/>
          <p:nvPr/>
        </p:nvGrpSpPr>
        <p:grpSpPr>
          <a:xfrm>
            <a:off x="7247542" y="3263172"/>
            <a:ext cx="160085" cy="128593"/>
            <a:chOff x="3260359" y="3030279"/>
            <a:chExt cx="180975" cy="138429"/>
          </a:xfrm>
        </p:grpSpPr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53A92D4D-2130-E373-B681-5500782E7F1B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2648B813-40C1-9D66-0807-34221A1AD3ED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CCB550CA-2C98-0414-6915-D933946FC272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3" name="グループ化 192">
            <a:extLst>
              <a:ext uri="{FF2B5EF4-FFF2-40B4-BE49-F238E27FC236}">
                <a16:creationId xmlns:a16="http://schemas.microsoft.com/office/drawing/2014/main" id="{CB860927-A0F4-A4EE-1325-A03963E415AC}"/>
              </a:ext>
            </a:extLst>
          </p:cNvPr>
          <p:cNvGrpSpPr/>
          <p:nvPr/>
        </p:nvGrpSpPr>
        <p:grpSpPr>
          <a:xfrm rot="10800000">
            <a:off x="7247542" y="3400557"/>
            <a:ext cx="160085" cy="128593"/>
            <a:chOff x="3260359" y="3030279"/>
            <a:chExt cx="180975" cy="138429"/>
          </a:xfrm>
        </p:grpSpPr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EDDC1E28-DA21-4088-5BB5-0E52AEC5D7D1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628A560B-1905-7299-7BC6-96647EBFAA5D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FA6EFF8F-AE09-9E3E-07C9-256BF88813E6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4" name="フローチャート: 結合子 193">
            <a:extLst>
              <a:ext uri="{FF2B5EF4-FFF2-40B4-BE49-F238E27FC236}">
                <a16:creationId xmlns:a16="http://schemas.microsoft.com/office/drawing/2014/main" id="{4859DEA7-8968-F0C5-DA19-5C1635F1CBD4}"/>
              </a:ext>
            </a:extLst>
          </p:cNvPr>
          <p:cNvSpPr/>
          <p:nvPr/>
        </p:nvSpPr>
        <p:spPr>
          <a:xfrm>
            <a:off x="6308502" y="3382577"/>
            <a:ext cx="40442" cy="46011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5" name="フローチャート: 結合子 194">
            <a:extLst>
              <a:ext uri="{FF2B5EF4-FFF2-40B4-BE49-F238E27FC236}">
                <a16:creationId xmlns:a16="http://schemas.microsoft.com/office/drawing/2014/main" id="{99534911-6FF7-D251-496B-D14E28125885}"/>
              </a:ext>
            </a:extLst>
          </p:cNvPr>
          <p:cNvSpPr/>
          <p:nvPr/>
        </p:nvSpPr>
        <p:spPr>
          <a:xfrm>
            <a:off x="6348943" y="3382577"/>
            <a:ext cx="40442" cy="46011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フローチャート: 結合子 195">
            <a:extLst>
              <a:ext uri="{FF2B5EF4-FFF2-40B4-BE49-F238E27FC236}">
                <a16:creationId xmlns:a16="http://schemas.microsoft.com/office/drawing/2014/main" id="{840C852E-DC6C-0A64-4569-70B8A4BFA430}"/>
              </a:ext>
            </a:extLst>
          </p:cNvPr>
          <p:cNvSpPr/>
          <p:nvPr/>
        </p:nvSpPr>
        <p:spPr>
          <a:xfrm>
            <a:off x="6308501" y="3428588"/>
            <a:ext cx="40442" cy="46011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フローチャート: 結合子 196">
            <a:extLst>
              <a:ext uri="{FF2B5EF4-FFF2-40B4-BE49-F238E27FC236}">
                <a16:creationId xmlns:a16="http://schemas.microsoft.com/office/drawing/2014/main" id="{1285A6B5-2764-064B-4123-79A22C642BA4}"/>
              </a:ext>
            </a:extLst>
          </p:cNvPr>
          <p:cNvSpPr/>
          <p:nvPr/>
        </p:nvSpPr>
        <p:spPr>
          <a:xfrm>
            <a:off x="6348943" y="3428588"/>
            <a:ext cx="40442" cy="46011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フローチャート: 結合子 197">
            <a:extLst>
              <a:ext uri="{FF2B5EF4-FFF2-40B4-BE49-F238E27FC236}">
                <a16:creationId xmlns:a16="http://schemas.microsoft.com/office/drawing/2014/main" id="{E746F4BE-3694-C949-E8B0-A3C6E4BB8352}"/>
              </a:ext>
            </a:extLst>
          </p:cNvPr>
          <p:cNvSpPr/>
          <p:nvPr/>
        </p:nvSpPr>
        <p:spPr>
          <a:xfrm>
            <a:off x="6348942" y="3474598"/>
            <a:ext cx="40442" cy="46011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9" name="フローチャート: 結合子 198">
            <a:extLst>
              <a:ext uri="{FF2B5EF4-FFF2-40B4-BE49-F238E27FC236}">
                <a16:creationId xmlns:a16="http://schemas.microsoft.com/office/drawing/2014/main" id="{72391174-D499-7665-7B51-BEE451BC40CD}"/>
              </a:ext>
            </a:extLst>
          </p:cNvPr>
          <p:cNvSpPr/>
          <p:nvPr/>
        </p:nvSpPr>
        <p:spPr>
          <a:xfrm>
            <a:off x="6308500" y="3474598"/>
            <a:ext cx="40442" cy="46011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0" name="図 199" descr="ロゴ, 会社名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4C48E26-1523-456D-318A-79166BDE1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3" t="-222" r="30317" b="41380"/>
          <a:stretch/>
        </p:blipFill>
        <p:spPr>
          <a:xfrm>
            <a:off x="7466554" y="3364339"/>
            <a:ext cx="156945" cy="164811"/>
          </a:xfrm>
          <a:prstGeom prst="rect">
            <a:avLst/>
          </a:prstGeom>
        </p:spPr>
      </p:pic>
      <p:grpSp>
        <p:nvGrpSpPr>
          <p:cNvPr id="231" name="グループ化 230">
            <a:extLst>
              <a:ext uri="{FF2B5EF4-FFF2-40B4-BE49-F238E27FC236}">
                <a16:creationId xmlns:a16="http://schemas.microsoft.com/office/drawing/2014/main" id="{209F0AA5-FABB-91D4-0DEC-96655CA3B2CD}"/>
              </a:ext>
            </a:extLst>
          </p:cNvPr>
          <p:cNvGrpSpPr/>
          <p:nvPr/>
        </p:nvGrpSpPr>
        <p:grpSpPr>
          <a:xfrm>
            <a:off x="10557152" y="3217669"/>
            <a:ext cx="767081" cy="553720"/>
            <a:chOff x="5039359" y="3738880"/>
            <a:chExt cx="767081" cy="553720"/>
          </a:xfrm>
        </p:grpSpPr>
        <p:sp>
          <p:nvSpPr>
            <p:cNvPr id="232" name="直方体 231">
              <a:extLst>
                <a:ext uri="{FF2B5EF4-FFF2-40B4-BE49-F238E27FC236}">
                  <a16:creationId xmlns:a16="http://schemas.microsoft.com/office/drawing/2014/main" id="{4D930DD8-3AD0-C128-B3BF-233F5886F82A}"/>
                </a:ext>
              </a:extLst>
            </p:cNvPr>
            <p:cNvSpPr/>
            <p:nvPr/>
          </p:nvSpPr>
          <p:spPr>
            <a:xfrm>
              <a:off x="5039359" y="3738880"/>
              <a:ext cx="320041" cy="553720"/>
            </a:xfrm>
            <a:prstGeom prst="cube">
              <a:avLst>
                <a:gd name="adj" fmla="val 42647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3" name="直方体 232">
              <a:extLst>
                <a:ext uri="{FF2B5EF4-FFF2-40B4-BE49-F238E27FC236}">
                  <a16:creationId xmlns:a16="http://schemas.microsoft.com/office/drawing/2014/main" id="{C90E9C1D-E66A-3681-9B09-7B52A9024FEB}"/>
                </a:ext>
              </a:extLst>
            </p:cNvPr>
            <p:cNvSpPr/>
            <p:nvPr/>
          </p:nvSpPr>
          <p:spPr>
            <a:xfrm>
              <a:off x="5273040" y="3738880"/>
              <a:ext cx="533400" cy="452120"/>
            </a:xfrm>
            <a:prstGeom prst="cube">
              <a:avLst>
                <a:gd name="adj" fmla="val 10291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4" name="円柱 233">
              <a:extLst>
                <a:ext uri="{FF2B5EF4-FFF2-40B4-BE49-F238E27FC236}">
                  <a16:creationId xmlns:a16="http://schemas.microsoft.com/office/drawing/2014/main" id="{2FF5C2E2-B6BD-2EDD-A174-6C3CAC716636}"/>
                </a:ext>
              </a:extLst>
            </p:cNvPr>
            <p:cNvSpPr/>
            <p:nvPr/>
          </p:nvSpPr>
          <p:spPr>
            <a:xfrm>
              <a:off x="5328699" y="4191000"/>
              <a:ext cx="381000" cy="96520"/>
            </a:xfrm>
            <a:prstGeom prst="can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四角形: 角を丸くする 234">
              <a:extLst>
                <a:ext uri="{FF2B5EF4-FFF2-40B4-BE49-F238E27FC236}">
                  <a16:creationId xmlns:a16="http://schemas.microsoft.com/office/drawing/2014/main" id="{268B9251-7398-B418-31D9-36C828016793}"/>
                </a:ext>
              </a:extLst>
            </p:cNvPr>
            <p:cNvSpPr/>
            <p:nvPr/>
          </p:nvSpPr>
          <p:spPr>
            <a:xfrm>
              <a:off x="5303078" y="3825240"/>
              <a:ext cx="411701" cy="330200"/>
            </a:xfrm>
            <a:prstGeom prst="roundRect">
              <a:avLst>
                <a:gd name="adj" fmla="val 25118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E8710A7-7EF7-5A83-9E45-B560868F0A87}"/>
              </a:ext>
            </a:extLst>
          </p:cNvPr>
          <p:cNvGrpSpPr/>
          <p:nvPr/>
        </p:nvGrpSpPr>
        <p:grpSpPr>
          <a:xfrm rot="10800000">
            <a:off x="1127169" y="3382180"/>
            <a:ext cx="180975" cy="138429"/>
            <a:chOff x="3260359" y="3030279"/>
            <a:chExt cx="180975" cy="138429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353E508-BA44-09D8-0153-3CE2F7AF6D87}"/>
                </a:ext>
              </a:extLst>
            </p:cNvPr>
            <p:cNvSpPr/>
            <p:nvPr/>
          </p:nvSpPr>
          <p:spPr>
            <a:xfrm>
              <a:off x="3260359" y="3030279"/>
              <a:ext cx="180975" cy="138429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20B2A172-7231-8D9E-B269-65396EEE131D}"/>
                </a:ext>
              </a:extLst>
            </p:cNvPr>
            <p:cNvSpPr/>
            <p:nvPr/>
          </p:nvSpPr>
          <p:spPr>
            <a:xfrm>
              <a:off x="3291202" y="3073460"/>
              <a:ext cx="119285" cy="763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A37DD6F-9834-2655-EEC1-DD008F68ABE9}"/>
                </a:ext>
              </a:extLst>
            </p:cNvPr>
            <p:cNvSpPr/>
            <p:nvPr/>
          </p:nvSpPr>
          <p:spPr>
            <a:xfrm>
              <a:off x="3324128" y="3054228"/>
              <a:ext cx="53435" cy="573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099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162AE88-59A4-87C2-53D0-0BE051B9D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445" y="2780317"/>
            <a:ext cx="4738878" cy="88718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506763A-C5E4-AE80-60C4-F994A2887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" t="1288" b="2011"/>
          <a:stretch/>
        </p:blipFill>
        <p:spPr>
          <a:xfrm>
            <a:off x="1489710" y="1072514"/>
            <a:ext cx="9043024" cy="887187"/>
          </a:xfrm>
          <a:prstGeom prst="rect">
            <a:avLst/>
          </a:prstGeom>
        </p:spPr>
      </p:pic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CD3A2CFA-BD40-DECE-ECF8-3BBE411C3658}"/>
              </a:ext>
            </a:extLst>
          </p:cNvPr>
          <p:cNvGrpSpPr/>
          <p:nvPr/>
        </p:nvGrpSpPr>
        <p:grpSpPr>
          <a:xfrm>
            <a:off x="2374571" y="4045640"/>
            <a:ext cx="1409385" cy="872124"/>
            <a:chOff x="2374571" y="4045640"/>
            <a:chExt cx="1409385" cy="872124"/>
          </a:xfrm>
        </p:grpSpPr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DE4AEFB4-4D88-F156-BC6A-AD31271F65E2}"/>
                </a:ext>
              </a:extLst>
            </p:cNvPr>
            <p:cNvGrpSpPr/>
            <p:nvPr/>
          </p:nvGrpSpPr>
          <p:grpSpPr>
            <a:xfrm>
              <a:off x="2396490" y="4247795"/>
              <a:ext cx="1295857" cy="669969"/>
              <a:chOff x="2396490" y="4247795"/>
              <a:chExt cx="1295857" cy="669969"/>
            </a:xfrm>
          </p:grpSpPr>
          <p:sp>
            <p:nvSpPr>
              <p:cNvPr id="11" name="楕円 10">
                <a:extLst>
                  <a:ext uri="{FF2B5EF4-FFF2-40B4-BE49-F238E27FC236}">
                    <a16:creationId xmlns:a16="http://schemas.microsoft.com/office/drawing/2014/main" id="{1DCF8E73-145A-B30C-9D3C-BFE274400D60}"/>
                  </a:ext>
                </a:extLst>
              </p:cNvPr>
              <p:cNvSpPr/>
              <p:nvPr/>
            </p:nvSpPr>
            <p:spPr>
              <a:xfrm>
                <a:off x="2677160" y="4318000"/>
                <a:ext cx="114300" cy="111760"/>
              </a:xfrm>
              <a:prstGeom prst="ellipse">
                <a:avLst/>
              </a:prstGeom>
              <a:solidFill>
                <a:srgbClr val="B5FF21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楕円 11">
                <a:extLst>
                  <a:ext uri="{FF2B5EF4-FFF2-40B4-BE49-F238E27FC236}">
                    <a16:creationId xmlns:a16="http://schemas.microsoft.com/office/drawing/2014/main" id="{9EA3A210-96D8-DCD6-E2C0-99AF36AF981F}"/>
                  </a:ext>
                </a:extLst>
              </p:cNvPr>
              <p:cNvSpPr/>
              <p:nvPr/>
            </p:nvSpPr>
            <p:spPr>
              <a:xfrm>
                <a:off x="2839720" y="4320563"/>
                <a:ext cx="114300" cy="111760"/>
              </a:xfrm>
              <a:prstGeom prst="ellipse">
                <a:avLst/>
              </a:prstGeom>
              <a:solidFill>
                <a:srgbClr val="B5FF21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楕円 12">
                <a:extLst>
                  <a:ext uri="{FF2B5EF4-FFF2-40B4-BE49-F238E27FC236}">
                    <a16:creationId xmlns:a16="http://schemas.microsoft.com/office/drawing/2014/main" id="{591C8571-72EA-D672-98E4-F142C319F13C}"/>
                  </a:ext>
                </a:extLst>
              </p:cNvPr>
              <p:cNvSpPr/>
              <p:nvPr/>
            </p:nvSpPr>
            <p:spPr>
              <a:xfrm>
                <a:off x="2839720" y="4472232"/>
                <a:ext cx="114300" cy="111760"/>
              </a:xfrm>
              <a:prstGeom prst="ellipse">
                <a:avLst/>
              </a:prstGeom>
              <a:solidFill>
                <a:srgbClr val="2F4C30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楕円 13">
                <a:extLst>
                  <a:ext uri="{FF2B5EF4-FFF2-40B4-BE49-F238E27FC236}">
                    <a16:creationId xmlns:a16="http://schemas.microsoft.com/office/drawing/2014/main" id="{83FA9A8E-6897-0D98-FDE7-E906E5C436A8}"/>
                  </a:ext>
                </a:extLst>
              </p:cNvPr>
              <p:cNvSpPr/>
              <p:nvPr/>
            </p:nvSpPr>
            <p:spPr>
              <a:xfrm>
                <a:off x="2839720" y="4623901"/>
                <a:ext cx="114300" cy="111760"/>
              </a:xfrm>
              <a:prstGeom prst="ellipse">
                <a:avLst/>
              </a:prstGeom>
              <a:solidFill>
                <a:srgbClr val="2F4C30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楕円 14">
                <a:extLst>
                  <a:ext uri="{FF2B5EF4-FFF2-40B4-BE49-F238E27FC236}">
                    <a16:creationId xmlns:a16="http://schemas.microsoft.com/office/drawing/2014/main" id="{F1F93554-1147-B021-8E62-F3B5980004B4}"/>
                  </a:ext>
                </a:extLst>
              </p:cNvPr>
              <p:cNvSpPr/>
              <p:nvPr/>
            </p:nvSpPr>
            <p:spPr>
              <a:xfrm>
                <a:off x="2677160" y="4469669"/>
                <a:ext cx="114300" cy="111760"/>
              </a:xfrm>
              <a:prstGeom prst="ellipse">
                <a:avLst/>
              </a:prstGeom>
              <a:solidFill>
                <a:srgbClr val="420A09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楕円 15">
                <a:extLst>
                  <a:ext uri="{FF2B5EF4-FFF2-40B4-BE49-F238E27FC236}">
                    <a16:creationId xmlns:a16="http://schemas.microsoft.com/office/drawing/2014/main" id="{1FB28359-446D-1138-57D0-59E594162A74}"/>
                  </a:ext>
                </a:extLst>
              </p:cNvPr>
              <p:cNvSpPr/>
              <p:nvPr/>
            </p:nvSpPr>
            <p:spPr>
              <a:xfrm>
                <a:off x="2677160" y="4621338"/>
                <a:ext cx="114300" cy="111760"/>
              </a:xfrm>
              <a:prstGeom prst="ellipse">
                <a:avLst/>
              </a:prstGeom>
              <a:solidFill>
                <a:srgbClr val="514315"/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2591FA6E-FAE3-5815-0F5D-FCBBD164AB80}"/>
                  </a:ext>
                </a:extLst>
              </p:cNvPr>
              <p:cNvSpPr txBox="1"/>
              <p:nvPr/>
            </p:nvSpPr>
            <p:spPr>
              <a:xfrm>
                <a:off x="2396490" y="4285003"/>
                <a:ext cx="35052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600" b="1" spc="-60" dirty="0">
                    <a:solidFill>
                      <a:schemeClr val="accent1">
                        <a:lumMod val="75000"/>
                      </a:schemeClr>
                    </a:solidFill>
                  </a:rPr>
                  <a:t>PWR</a:t>
                </a:r>
                <a:endParaRPr kumimoji="1" lang="ja-JP" altLang="en-US" sz="600" b="1" spc="-6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A905FD4C-BC6E-C678-D5B5-252F570CD37E}"/>
                  </a:ext>
                </a:extLst>
              </p:cNvPr>
              <p:cNvSpPr txBox="1"/>
              <p:nvPr/>
            </p:nvSpPr>
            <p:spPr>
              <a:xfrm>
                <a:off x="2396490" y="4433216"/>
                <a:ext cx="41910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600" b="1" spc="-60" dirty="0">
                    <a:solidFill>
                      <a:schemeClr val="accent1">
                        <a:lumMod val="75000"/>
                      </a:schemeClr>
                    </a:solidFill>
                  </a:rPr>
                  <a:t>ALM</a:t>
                </a:r>
                <a:endParaRPr kumimoji="1" lang="ja-JP" altLang="en-US" sz="600" b="1" spc="-6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75D3204-0FC2-72BE-E043-2037610251CE}"/>
                  </a:ext>
                </a:extLst>
              </p:cNvPr>
              <p:cNvSpPr txBox="1"/>
              <p:nvPr/>
            </p:nvSpPr>
            <p:spPr>
              <a:xfrm>
                <a:off x="2396490" y="4584885"/>
                <a:ext cx="41910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600" b="1" spc="-60" dirty="0">
                    <a:solidFill>
                      <a:schemeClr val="accent1">
                        <a:lumMod val="75000"/>
                      </a:schemeClr>
                    </a:solidFill>
                  </a:rPr>
                  <a:t>BSY</a:t>
                </a:r>
                <a:endParaRPr kumimoji="1" lang="ja-JP" altLang="en-US" sz="600" b="1" spc="-6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BC728216-9F6F-80AA-35AE-AD23E62512C3}"/>
                  </a:ext>
                </a:extLst>
              </p:cNvPr>
              <p:cNvSpPr txBox="1"/>
              <p:nvPr/>
            </p:nvSpPr>
            <p:spPr>
              <a:xfrm>
                <a:off x="2886710" y="4285003"/>
                <a:ext cx="41910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600" b="1" spc="-60" dirty="0">
                    <a:solidFill>
                      <a:schemeClr val="accent1">
                        <a:lumMod val="75000"/>
                      </a:schemeClr>
                    </a:solidFill>
                  </a:rPr>
                  <a:t>VPN</a:t>
                </a:r>
                <a:endParaRPr kumimoji="1" lang="ja-JP" altLang="en-US" sz="600" b="1" spc="-6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1D8FF7E4-36D7-2950-EB3E-F1C4B1132D48}"/>
                  </a:ext>
                </a:extLst>
              </p:cNvPr>
              <p:cNvSpPr txBox="1"/>
              <p:nvPr/>
            </p:nvSpPr>
            <p:spPr>
              <a:xfrm>
                <a:off x="2886710" y="4433216"/>
                <a:ext cx="41910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600" b="1" spc="-60" dirty="0">
                    <a:solidFill>
                      <a:schemeClr val="accent1">
                        <a:lumMod val="75000"/>
                      </a:schemeClr>
                    </a:solidFill>
                  </a:rPr>
                  <a:t>PPP</a:t>
                </a:r>
                <a:endParaRPr kumimoji="1" lang="ja-JP" altLang="en-US" sz="600" b="1" spc="-6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03ED66EE-D35B-55E0-D25E-FF309144F855}"/>
                  </a:ext>
                </a:extLst>
              </p:cNvPr>
              <p:cNvSpPr txBox="1"/>
              <p:nvPr/>
            </p:nvSpPr>
            <p:spPr>
              <a:xfrm>
                <a:off x="2886710" y="4584885"/>
                <a:ext cx="41910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600" b="1" spc="-60" dirty="0">
                    <a:solidFill>
                      <a:schemeClr val="accent1">
                        <a:lumMod val="75000"/>
                      </a:schemeClr>
                    </a:solidFill>
                  </a:rPr>
                  <a:t>BAK</a:t>
                </a:r>
                <a:endParaRPr kumimoji="1" lang="ja-JP" altLang="en-US" sz="600" b="1" spc="-6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grpSp>
            <p:nvGrpSpPr>
              <p:cNvPr id="41" name="グループ化 40">
                <a:extLst>
                  <a:ext uri="{FF2B5EF4-FFF2-40B4-BE49-F238E27FC236}">
                    <a16:creationId xmlns:a16="http://schemas.microsoft.com/office/drawing/2014/main" id="{E4813DDF-4C5A-86BE-6F66-D9EC111180CD}"/>
                  </a:ext>
                </a:extLst>
              </p:cNvPr>
              <p:cNvGrpSpPr/>
              <p:nvPr/>
            </p:nvGrpSpPr>
            <p:grpSpPr>
              <a:xfrm rot="20123687">
                <a:off x="2628359" y="4249668"/>
                <a:ext cx="113348" cy="55880"/>
                <a:chOff x="1794828" y="4332350"/>
                <a:chExt cx="113348" cy="55880"/>
              </a:xfrm>
            </p:grpSpPr>
            <p:cxnSp>
              <p:nvCxnSpPr>
                <p:cNvPr id="31" name="直線コネクタ 30">
                  <a:extLst>
                    <a:ext uri="{FF2B5EF4-FFF2-40B4-BE49-F238E27FC236}">
                      <a16:creationId xmlns:a16="http://schemas.microsoft.com/office/drawing/2014/main" id="{C9F61199-2436-B468-9294-59D3787E71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2295" y="4332350"/>
                  <a:ext cx="0" cy="5588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線コネクタ 31">
                  <a:extLst>
                    <a:ext uri="{FF2B5EF4-FFF2-40B4-BE49-F238E27FC236}">
                      <a16:creationId xmlns:a16="http://schemas.microsoft.com/office/drawing/2014/main" id="{A8F13B09-A11D-73B1-074D-184A3D2AE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84046" y="4350130"/>
                  <a:ext cx="24130" cy="3810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線コネクタ 34">
                  <a:extLst>
                    <a:ext uri="{FF2B5EF4-FFF2-40B4-BE49-F238E27FC236}">
                      <a16:creationId xmlns:a16="http://schemas.microsoft.com/office/drawing/2014/main" id="{5C465584-1706-0536-390A-AE8A636A81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94828" y="4355210"/>
                  <a:ext cx="22225" cy="3302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グループ化 41">
                <a:extLst>
                  <a:ext uri="{FF2B5EF4-FFF2-40B4-BE49-F238E27FC236}">
                    <a16:creationId xmlns:a16="http://schemas.microsoft.com/office/drawing/2014/main" id="{2D8FBE38-E3AB-6865-C14F-6324AA2EBD32}"/>
                  </a:ext>
                </a:extLst>
              </p:cNvPr>
              <p:cNvGrpSpPr/>
              <p:nvPr/>
            </p:nvGrpSpPr>
            <p:grpSpPr>
              <a:xfrm rot="1131735">
                <a:off x="2873301" y="4247795"/>
                <a:ext cx="113348" cy="55880"/>
                <a:chOff x="1794828" y="4332350"/>
                <a:chExt cx="113348" cy="55880"/>
              </a:xfrm>
            </p:grpSpPr>
            <p:cxnSp>
              <p:nvCxnSpPr>
                <p:cNvPr id="43" name="直線コネクタ 42">
                  <a:extLst>
                    <a:ext uri="{FF2B5EF4-FFF2-40B4-BE49-F238E27FC236}">
                      <a16:creationId xmlns:a16="http://schemas.microsoft.com/office/drawing/2014/main" id="{D347477C-1E6E-9387-DDF0-98757BC73D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2295" y="4332350"/>
                  <a:ext cx="0" cy="5588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9A5FDEFE-4E23-BBF1-A145-D08E3C4B7A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84046" y="4350130"/>
                  <a:ext cx="24130" cy="3810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1807898F-509B-1BE7-4049-D62DB8E4E6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94828" y="4355210"/>
                  <a:ext cx="22225" cy="3302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883FFFCE-8EA4-EF81-5265-0D4AD4BAEBD2}"/>
                  </a:ext>
                </a:extLst>
              </p:cNvPr>
              <p:cNvSpPr txBox="1"/>
              <p:nvPr/>
            </p:nvSpPr>
            <p:spPr>
              <a:xfrm>
                <a:off x="3167549" y="4733098"/>
                <a:ext cx="524798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600" b="1" spc="-60" dirty="0">
                    <a:solidFill>
                      <a:schemeClr val="accent1">
                        <a:lumMod val="75000"/>
                      </a:schemeClr>
                    </a:solidFill>
                  </a:rPr>
                  <a:t>CONSOLE</a:t>
                </a:r>
                <a:endParaRPr kumimoji="1" lang="ja-JP" altLang="en-US" sz="600" b="1" spc="-6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F2D7ABE5-E8BD-FD7B-83C7-C87C81979568}"/>
                </a:ext>
              </a:extLst>
            </p:cNvPr>
            <p:cNvGrpSpPr/>
            <p:nvPr/>
          </p:nvGrpSpPr>
          <p:grpSpPr>
            <a:xfrm rot="10800000">
              <a:off x="3167550" y="4326609"/>
              <a:ext cx="553550" cy="433165"/>
              <a:chOff x="3260359" y="3030279"/>
              <a:chExt cx="180975" cy="138429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59719471-9FB0-A5BE-0C05-C8C55D3D9A9C}"/>
                  </a:ext>
                </a:extLst>
              </p:cNvPr>
              <p:cNvSpPr/>
              <p:nvPr/>
            </p:nvSpPr>
            <p:spPr>
              <a:xfrm>
                <a:off x="3260359" y="3030279"/>
                <a:ext cx="180975" cy="138429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4F6501FA-F8FA-95EC-2C4C-29D13FE573D1}"/>
                  </a:ext>
                </a:extLst>
              </p:cNvPr>
              <p:cNvSpPr/>
              <p:nvPr/>
            </p:nvSpPr>
            <p:spPr>
              <a:xfrm>
                <a:off x="3285480" y="3069544"/>
                <a:ext cx="134557" cy="7631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D2DDDA02-B289-62C9-E8DE-8914960C8799}"/>
                  </a:ext>
                </a:extLst>
              </p:cNvPr>
              <p:cNvSpPr/>
              <p:nvPr/>
            </p:nvSpPr>
            <p:spPr>
              <a:xfrm>
                <a:off x="3309160" y="3046699"/>
                <a:ext cx="87199" cy="53757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EFF81404-C385-B3BB-BD69-1399BD6E14B8}"/>
                  </a:ext>
                </a:extLst>
              </p:cNvPr>
              <p:cNvSpPr/>
              <p:nvPr/>
            </p:nvSpPr>
            <p:spPr>
              <a:xfrm>
                <a:off x="3336017" y="3035359"/>
                <a:ext cx="33925" cy="58496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12453BA3-0F97-D919-9857-9E91FA89ADEE}"/>
                </a:ext>
              </a:extLst>
            </p:cNvPr>
            <p:cNvSpPr/>
            <p:nvPr/>
          </p:nvSpPr>
          <p:spPr>
            <a:xfrm>
              <a:off x="2374571" y="4045640"/>
              <a:ext cx="1409385" cy="107722"/>
            </a:xfrm>
            <a:prstGeom prst="rect">
              <a:avLst/>
            </a:prstGeom>
            <a:solidFill>
              <a:srgbClr val="6677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964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3299D-BFBB-3DE6-3DF5-85FE45FA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EBB731A-0066-6A14-8C33-629BD87CDB1F}"/>
              </a:ext>
            </a:extLst>
          </p:cNvPr>
          <p:cNvSpPr/>
          <p:nvPr/>
        </p:nvSpPr>
        <p:spPr>
          <a:xfrm>
            <a:off x="8057569" y="904430"/>
            <a:ext cx="2191224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9F15807-D15E-594D-121F-0BFFF6708B6F}"/>
              </a:ext>
            </a:extLst>
          </p:cNvPr>
          <p:cNvSpPr txBox="1"/>
          <p:nvPr/>
        </p:nvSpPr>
        <p:spPr>
          <a:xfrm>
            <a:off x="8072840" y="1062105"/>
            <a:ext cx="190649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LAN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※2</a:t>
            </a:r>
            <a:endParaRPr kumimoji="1"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100.65.21.1/26</a:t>
            </a:r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※3</a:t>
            </a:r>
            <a:endParaRPr kumimoji="1"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B64A59A-F6EA-2114-0444-384DFF6D070A}"/>
              </a:ext>
            </a:extLst>
          </p:cNvPr>
          <p:cNvGrpSpPr/>
          <p:nvPr/>
        </p:nvGrpSpPr>
        <p:grpSpPr>
          <a:xfrm>
            <a:off x="107562" y="350235"/>
            <a:ext cx="4840768" cy="1199827"/>
            <a:chOff x="1730314" y="3839102"/>
            <a:chExt cx="4840768" cy="1199827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EF1FD336-CB36-E76E-75C8-155AD5AD2BCA}"/>
                </a:ext>
              </a:extLst>
            </p:cNvPr>
            <p:cNvSpPr/>
            <p:nvPr/>
          </p:nvSpPr>
          <p:spPr>
            <a:xfrm flipV="1">
              <a:off x="3041340" y="4659337"/>
              <a:ext cx="1589868" cy="45719"/>
            </a:xfrm>
            <a:prstGeom prst="rect">
              <a:avLst/>
            </a:prstGeom>
            <a:solidFill>
              <a:srgbClr val="2322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2" name="図 11" descr="図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2A2B57DA-76C8-03B4-3750-A0F54656D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7998" y="4417414"/>
              <a:ext cx="357451" cy="495998"/>
            </a:xfrm>
            <a:prstGeom prst="rect">
              <a:avLst/>
            </a:prstGeom>
          </p:spPr>
        </p:pic>
        <p:pic>
          <p:nvPicPr>
            <p:cNvPr id="14" name="図 13" descr="挿絵 が含まれている画像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91FFEBE8-65DC-E024-6AC0-3DE97F950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4924" y="4053593"/>
              <a:ext cx="2006158" cy="881158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D2EEC016-4D10-9CDF-8538-2C6199A68516}"/>
                </a:ext>
              </a:extLst>
            </p:cNvPr>
            <p:cNvSpPr txBox="1"/>
            <p:nvPr/>
          </p:nvSpPr>
          <p:spPr>
            <a:xfrm>
              <a:off x="4071680" y="4777319"/>
              <a:ext cx="7151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4B883485-62A6-AE59-11F0-1354CEC6A9AE}"/>
                </a:ext>
              </a:extLst>
            </p:cNvPr>
            <p:cNvGrpSpPr/>
            <p:nvPr/>
          </p:nvGrpSpPr>
          <p:grpSpPr>
            <a:xfrm>
              <a:off x="1730314" y="4065828"/>
              <a:ext cx="1798320" cy="924560"/>
              <a:chOff x="746790" y="759656"/>
              <a:chExt cx="1798320" cy="924560"/>
            </a:xfrm>
          </p:grpSpPr>
          <p:sp>
            <p:nvSpPr>
              <p:cNvPr id="23" name="円: 塗りつぶしなし 22">
                <a:extLst>
                  <a:ext uri="{FF2B5EF4-FFF2-40B4-BE49-F238E27FC236}">
                    <a16:creationId xmlns:a16="http://schemas.microsoft.com/office/drawing/2014/main" id="{E4A475F4-C7E6-55F1-E8C1-C84D4F13F579}"/>
                  </a:ext>
                </a:extLst>
              </p:cNvPr>
              <p:cNvSpPr/>
              <p:nvPr/>
            </p:nvSpPr>
            <p:spPr>
              <a:xfrm>
                <a:off x="1178977" y="759656"/>
                <a:ext cx="939800" cy="924560"/>
              </a:xfrm>
              <a:prstGeom prst="donut">
                <a:avLst>
                  <a:gd name="adj" fmla="val 11545"/>
                </a:avLst>
              </a:prstGeom>
              <a:solidFill>
                <a:srgbClr val="2322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340B8FD9-2A86-E3A9-2763-140A8A99D181}"/>
                  </a:ext>
                </a:extLst>
              </p:cNvPr>
              <p:cNvSpPr txBox="1"/>
              <p:nvPr/>
            </p:nvSpPr>
            <p:spPr>
              <a:xfrm>
                <a:off x="746790" y="980148"/>
                <a:ext cx="179832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WCI</a:t>
                </a:r>
              </a:p>
              <a:p>
                <a:pPr algn="ctr"/>
                <a:r>
                  <a:rPr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Network</a:t>
                </a:r>
                <a:endParaRPr kumimoji="1" lang="ja-JP" altLang="en-US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B928D4D-D85C-9397-7204-296DFEF99D8E}"/>
                </a:ext>
              </a:extLst>
            </p:cNvPr>
            <p:cNvSpPr txBox="1"/>
            <p:nvPr/>
          </p:nvSpPr>
          <p:spPr>
            <a:xfrm>
              <a:off x="3485238" y="4124546"/>
              <a:ext cx="586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ONU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AB95E45F-E8AB-3937-F8EB-31A2BBE2172E}"/>
                </a:ext>
              </a:extLst>
            </p:cNvPr>
            <p:cNvSpPr txBox="1"/>
            <p:nvPr/>
          </p:nvSpPr>
          <p:spPr>
            <a:xfrm>
              <a:off x="5264337" y="3839102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WCI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ルータ</a:t>
              </a:r>
            </a:p>
          </p:txBody>
        </p:sp>
      </p:grpSp>
      <p:pic>
        <p:nvPicPr>
          <p:cNvPr id="2" name="図 1" descr="図形, アイコン, 四角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0F16888-D6C1-1D72-289A-6549CDBFF6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793" y="532920"/>
            <a:ext cx="781404" cy="56804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A0C5CD-6177-1201-ACD3-6A8A0BD79D8D}"/>
              </a:ext>
            </a:extLst>
          </p:cNvPr>
          <p:cNvSpPr txBox="1"/>
          <p:nvPr/>
        </p:nvSpPr>
        <p:spPr>
          <a:xfrm>
            <a:off x="10500546" y="340704"/>
            <a:ext cx="1074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端末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7538C2A-7AD9-8A77-0E4A-74D49AA11D0A}"/>
              </a:ext>
            </a:extLst>
          </p:cNvPr>
          <p:cNvSpPr txBox="1"/>
          <p:nvPr/>
        </p:nvSpPr>
        <p:spPr>
          <a:xfrm>
            <a:off x="9979338" y="1185396"/>
            <a:ext cx="160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100.65.21.3/26</a:t>
            </a:r>
            <a:endParaRPr lang="en-US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6094003E-994B-F955-9A67-0E76D503B745}"/>
              </a:ext>
            </a:extLst>
          </p:cNvPr>
          <p:cNvGrpSpPr/>
          <p:nvPr/>
        </p:nvGrpSpPr>
        <p:grpSpPr>
          <a:xfrm>
            <a:off x="1418588" y="2169610"/>
            <a:ext cx="5329000" cy="1563945"/>
            <a:chOff x="4657447" y="3858340"/>
            <a:chExt cx="5329000" cy="1563945"/>
          </a:xfrm>
        </p:grpSpPr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F80E6536-BF94-0F13-1227-E872607FCA58}"/>
                </a:ext>
              </a:extLst>
            </p:cNvPr>
            <p:cNvSpPr txBox="1"/>
            <p:nvPr/>
          </p:nvSpPr>
          <p:spPr>
            <a:xfrm>
              <a:off x="8602274" y="3898011"/>
              <a:ext cx="13841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 A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F92338DF-23E1-5EDB-A9D7-53ABB64B3C93}"/>
                </a:ext>
              </a:extLst>
            </p:cNvPr>
            <p:cNvSpPr txBox="1"/>
            <p:nvPr/>
          </p:nvSpPr>
          <p:spPr>
            <a:xfrm>
              <a:off x="5629285" y="3858340"/>
              <a:ext cx="2954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ファイアウォール</a:t>
              </a: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8CCA21FA-3A3F-FA04-F196-ED094871ACDD}"/>
                </a:ext>
              </a:extLst>
            </p:cNvPr>
            <p:cNvSpPr txBox="1"/>
            <p:nvPr/>
          </p:nvSpPr>
          <p:spPr>
            <a:xfrm>
              <a:off x="8595165" y="5160675"/>
              <a:ext cx="13841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 B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64CC1B13-BC11-3DD1-81E6-3A548FAA26CE}"/>
                </a:ext>
              </a:extLst>
            </p:cNvPr>
            <p:cNvSpPr/>
            <p:nvPr/>
          </p:nvSpPr>
          <p:spPr>
            <a:xfrm>
              <a:off x="4717010" y="4607461"/>
              <a:ext cx="2210604" cy="5311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202085A2-842B-BFA3-5371-E66E401A8085}"/>
                </a:ext>
              </a:extLst>
            </p:cNvPr>
            <p:cNvSpPr/>
            <p:nvPr/>
          </p:nvSpPr>
          <p:spPr>
            <a:xfrm rot="19923405">
              <a:off x="7414419" y="4304154"/>
              <a:ext cx="1315018" cy="4843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583F57BB-B4D1-08FB-72BD-BF081FB0835F}"/>
                </a:ext>
              </a:extLst>
            </p:cNvPr>
            <p:cNvSpPr/>
            <p:nvPr/>
          </p:nvSpPr>
          <p:spPr>
            <a:xfrm rot="1131300">
              <a:off x="7278696" y="5043111"/>
              <a:ext cx="1416036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0" name="図 49" descr="図形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4699AA17-559D-8A87-D061-4FD756985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9928" y="4181914"/>
              <a:ext cx="1712582" cy="753252"/>
            </a:xfrm>
            <a:prstGeom prst="rect">
              <a:avLst/>
            </a:prstGeom>
          </p:spPr>
        </p:pic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30CFD025-9AC6-53CE-4751-904E5E3C029C}"/>
                </a:ext>
              </a:extLst>
            </p:cNvPr>
            <p:cNvSpPr txBox="1"/>
            <p:nvPr/>
          </p:nvSpPr>
          <p:spPr>
            <a:xfrm>
              <a:off x="4657447" y="4372407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←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WCI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ルータ</a:t>
              </a: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47F52E21-2483-8F04-C703-D3D1DDD9D13A}"/>
                </a:ext>
              </a:extLst>
            </p:cNvPr>
            <p:cNvSpPr txBox="1"/>
            <p:nvPr/>
          </p:nvSpPr>
          <p:spPr>
            <a:xfrm>
              <a:off x="5417791" y="4696044"/>
              <a:ext cx="8090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wan1</a:t>
              </a:r>
              <a:endParaRPr kumimoji="1"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3DC4AE82-F110-41F0-47BD-0BB5F80420C7}"/>
                </a:ext>
              </a:extLst>
            </p:cNvPr>
            <p:cNvSpPr txBox="1"/>
            <p:nvPr/>
          </p:nvSpPr>
          <p:spPr>
            <a:xfrm>
              <a:off x="7802610" y="4381339"/>
              <a:ext cx="969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internal1</a:t>
              </a:r>
              <a:endParaRPr kumimoji="1"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1C25ACEF-E4F0-19A2-8F83-D9EFBC5E0545}"/>
                </a:ext>
              </a:extLst>
            </p:cNvPr>
            <p:cNvSpPr txBox="1"/>
            <p:nvPr/>
          </p:nvSpPr>
          <p:spPr>
            <a:xfrm>
              <a:off x="6904183" y="4971947"/>
              <a:ext cx="969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internal2</a:t>
              </a:r>
              <a:endParaRPr kumimoji="1"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AE081E57-BB31-E7A0-C86A-F6B722DF563A}"/>
                </a:ext>
              </a:extLst>
            </p:cNvPr>
            <p:cNvSpPr/>
            <p:nvPr/>
          </p:nvSpPr>
          <p:spPr>
            <a:xfrm>
              <a:off x="6077154" y="4592221"/>
              <a:ext cx="85335" cy="8858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E292765B-E512-CE61-A6D4-E1B499C75A8A}"/>
                </a:ext>
              </a:extLst>
            </p:cNvPr>
            <p:cNvSpPr/>
            <p:nvPr/>
          </p:nvSpPr>
          <p:spPr>
            <a:xfrm>
              <a:off x="7789949" y="4410136"/>
              <a:ext cx="85335" cy="8858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61343EAC-533E-DB79-D7D7-987F11F55AAB}"/>
                </a:ext>
              </a:extLst>
            </p:cNvPr>
            <p:cNvSpPr/>
            <p:nvPr/>
          </p:nvSpPr>
          <p:spPr>
            <a:xfrm>
              <a:off x="7394394" y="4825252"/>
              <a:ext cx="85335" cy="8858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33163199-F09A-2D0A-4856-D6323D1E52BA}"/>
              </a:ext>
            </a:extLst>
          </p:cNvPr>
          <p:cNvGrpSpPr/>
          <p:nvPr/>
        </p:nvGrpSpPr>
        <p:grpSpPr>
          <a:xfrm>
            <a:off x="3164081" y="4580831"/>
            <a:ext cx="5600845" cy="1128714"/>
            <a:chOff x="3164081" y="4580831"/>
            <a:chExt cx="5600845" cy="1128714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42CB917A-CE48-813D-E3B5-67859E791319}"/>
                </a:ext>
              </a:extLst>
            </p:cNvPr>
            <p:cNvSpPr txBox="1"/>
            <p:nvPr/>
          </p:nvSpPr>
          <p:spPr>
            <a:xfrm>
              <a:off x="7380753" y="5249919"/>
              <a:ext cx="13841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1587A33-767B-F579-4BE7-55F099C10C62}"/>
                </a:ext>
              </a:extLst>
            </p:cNvPr>
            <p:cNvSpPr txBox="1"/>
            <p:nvPr/>
          </p:nvSpPr>
          <p:spPr>
            <a:xfrm>
              <a:off x="4135919" y="4580831"/>
              <a:ext cx="2954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ファイアウォール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F116717-7F4E-ACF2-8765-D24A4DF5A51B}"/>
                </a:ext>
              </a:extLst>
            </p:cNvPr>
            <p:cNvSpPr/>
            <p:nvPr/>
          </p:nvSpPr>
          <p:spPr>
            <a:xfrm>
              <a:off x="3223644" y="5329952"/>
              <a:ext cx="2210604" cy="5311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394F8FFE-C65E-A601-834F-5074795C4D8B}"/>
                </a:ext>
              </a:extLst>
            </p:cNvPr>
            <p:cNvSpPr/>
            <p:nvPr/>
          </p:nvSpPr>
          <p:spPr>
            <a:xfrm>
              <a:off x="6111598" y="5356508"/>
              <a:ext cx="1315018" cy="4843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7" name="図 16" descr="図形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D951F8E2-0398-9188-4D28-92FF30713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6562" y="4904405"/>
              <a:ext cx="1712582" cy="753252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1575607E-A9B7-BBBA-1EF3-77033DA3DA08}"/>
                </a:ext>
              </a:extLst>
            </p:cNvPr>
            <p:cNvSpPr txBox="1"/>
            <p:nvPr/>
          </p:nvSpPr>
          <p:spPr>
            <a:xfrm>
              <a:off x="3164081" y="5094898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←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WCI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ルータ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558269E7-63AE-F3D8-6C0D-EDC447026AB9}"/>
                </a:ext>
              </a:extLst>
            </p:cNvPr>
            <p:cNvSpPr txBox="1"/>
            <p:nvPr/>
          </p:nvSpPr>
          <p:spPr>
            <a:xfrm>
              <a:off x="3924425" y="5418535"/>
              <a:ext cx="8090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wan1</a:t>
              </a:r>
              <a:endParaRPr kumimoji="1"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FF77803E-323D-9DE2-B43A-E00EF0C3B79D}"/>
                </a:ext>
              </a:extLst>
            </p:cNvPr>
            <p:cNvSpPr txBox="1"/>
            <p:nvPr/>
          </p:nvSpPr>
          <p:spPr>
            <a:xfrm>
              <a:off x="6071671" y="5447935"/>
              <a:ext cx="969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internal1</a:t>
              </a:r>
              <a:endParaRPr kumimoji="1"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825A2BCD-DAEC-DF3B-77D4-731A3B0F7AB5}"/>
                </a:ext>
              </a:extLst>
            </p:cNvPr>
            <p:cNvSpPr/>
            <p:nvPr/>
          </p:nvSpPr>
          <p:spPr>
            <a:xfrm>
              <a:off x="4583788" y="5314712"/>
              <a:ext cx="85335" cy="8858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AC5A222-F1A2-25E8-DBCC-D56A7A06B3BE}"/>
                </a:ext>
              </a:extLst>
            </p:cNvPr>
            <p:cNvSpPr/>
            <p:nvPr/>
          </p:nvSpPr>
          <p:spPr>
            <a:xfrm>
              <a:off x="6059010" y="5371901"/>
              <a:ext cx="85335" cy="8858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912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E8252889-2290-A16D-6A89-E0F401E959E3}"/>
              </a:ext>
            </a:extLst>
          </p:cNvPr>
          <p:cNvGrpSpPr/>
          <p:nvPr/>
        </p:nvGrpSpPr>
        <p:grpSpPr>
          <a:xfrm>
            <a:off x="471998" y="1612442"/>
            <a:ext cx="11467237" cy="3633115"/>
            <a:chOff x="442877" y="1507396"/>
            <a:chExt cx="11467237" cy="3633115"/>
          </a:xfrm>
        </p:grpSpPr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B49B7749-FC05-6169-40DE-9ACFD64311D9}"/>
                </a:ext>
              </a:extLst>
            </p:cNvPr>
            <p:cNvSpPr/>
            <p:nvPr/>
          </p:nvSpPr>
          <p:spPr>
            <a:xfrm rot="18738419">
              <a:off x="7584438" y="4335626"/>
              <a:ext cx="1261237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3180ED6C-0DFD-7635-CF24-037A2D81FA0E}"/>
                </a:ext>
              </a:extLst>
            </p:cNvPr>
            <p:cNvSpPr/>
            <p:nvPr/>
          </p:nvSpPr>
          <p:spPr>
            <a:xfrm>
              <a:off x="4666958" y="2498021"/>
              <a:ext cx="2191224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C053B01-BCA0-5356-D56C-7EE1BFCAE552}"/>
                </a:ext>
              </a:extLst>
            </p:cNvPr>
            <p:cNvSpPr/>
            <p:nvPr/>
          </p:nvSpPr>
          <p:spPr>
            <a:xfrm rot="18738419">
              <a:off x="3650434" y="3093642"/>
              <a:ext cx="3135183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FA56BEC0-B853-6420-4633-D6FF9176CAC3}"/>
                </a:ext>
              </a:extLst>
            </p:cNvPr>
            <p:cNvSpPr/>
            <p:nvPr/>
          </p:nvSpPr>
          <p:spPr>
            <a:xfrm>
              <a:off x="4328206" y="4078711"/>
              <a:ext cx="2191224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88C82540-3960-2366-D790-F5F33800039D}"/>
                </a:ext>
              </a:extLst>
            </p:cNvPr>
            <p:cNvSpPr txBox="1"/>
            <p:nvPr/>
          </p:nvSpPr>
          <p:spPr>
            <a:xfrm>
              <a:off x="3847149" y="2588655"/>
              <a:ext cx="1604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LAN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※2</a:t>
              </a:r>
              <a:b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100.65.21.1/26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443555AD-628D-C1C5-2F0B-8A0507A23280}"/>
                </a:ext>
              </a:extLst>
            </p:cNvPr>
            <p:cNvSpPr/>
            <p:nvPr/>
          </p:nvSpPr>
          <p:spPr>
            <a:xfrm>
              <a:off x="6228415" y="1922391"/>
              <a:ext cx="76191" cy="7731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F55038B3-2A5A-7C57-9D34-80D779E1B034}"/>
                </a:ext>
              </a:extLst>
            </p:cNvPr>
            <p:cNvSpPr/>
            <p:nvPr/>
          </p:nvSpPr>
          <p:spPr>
            <a:xfrm>
              <a:off x="4107873" y="4258805"/>
              <a:ext cx="76191" cy="7731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206F2F9-2369-5E7D-0917-3EA3AAE7BA2A}"/>
                </a:ext>
              </a:extLst>
            </p:cNvPr>
            <p:cNvSpPr/>
            <p:nvPr/>
          </p:nvSpPr>
          <p:spPr>
            <a:xfrm>
              <a:off x="7351916" y="2498021"/>
              <a:ext cx="2089118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CBF4F77-242E-8A31-4910-D3CD73984B4B}"/>
                </a:ext>
              </a:extLst>
            </p:cNvPr>
            <p:cNvSpPr/>
            <p:nvPr/>
          </p:nvSpPr>
          <p:spPr>
            <a:xfrm flipV="1">
              <a:off x="1753903" y="2481016"/>
              <a:ext cx="1589868" cy="45719"/>
            </a:xfrm>
            <a:prstGeom prst="rect">
              <a:avLst/>
            </a:prstGeom>
            <a:solidFill>
              <a:srgbClr val="2322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図 5" descr="図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3EE2051A-2881-F393-46F8-4432F5656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0561" y="2239093"/>
              <a:ext cx="357451" cy="495998"/>
            </a:xfrm>
            <a:prstGeom prst="rect">
              <a:avLst/>
            </a:prstGeom>
          </p:spPr>
        </p:pic>
        <p:pic>
          <p:nvPicPr>
            <p:cNvPr id="7" name="図 6" descr="挿絵 が含まれている画像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AEB4EA47-025C-5990-E469-7EE6E3B99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7487" y="1875272"/>
              <a:ext cx="2006158" cy="881158"/>
            </a:xfrm>
            <a:prstGeom prst="rect">
              <a:avLst/>
            </a:prstGeom>
          </p:spPr>
        </p:pic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2B6AD367-ADB2-CD7E-0672-71434E78D0D1}"/>
                </a:ext>
              </a:extLst>
            </p:cNvPr>
            <p:cNvGrpSpPr/>
            <p:nvPr/>
          </p:nvGrpSpPr>
          <p:grpSpPr>
            <a:xfrm>
              <a:off x="442877" y="1887507"/>
              <a:ext cx="1798320" cy="924560"/>
              <a:chOff x="746790" y="759656"/>
              <a:chExt cx="1798320" cy="924560"/>
            </a:xfrm>
          </p:grpSpPr>
          <p:sp>
            <p:nvSpPr>
              <p:cNvPr id="12" name="円: 塗りつぶしなし 11">
                <a:extLst>
                  <a:ext uri="{FF2B5EF4-FFF2-40B4-BE49-F238E27FC236}">
                    <a16:creationId xmlns:a16="http://schemas.microsoft.com/office/drawing/2014/main" id="{7BD7F2B8-4BDB-3416-5220-3EB0B17B4EDC}"/>
                  </a:ext>
                </a:extLst>
              </p:cNvPr>
              <p:cNvSpPr/>
              <p:nvPr/>
            </p:nvSpPr>
            <p:spPr>
              <a:xfrm>
                <a:off x="1178977" y="759656"/>
                <a:ext cx="939800" cy="924560"/>
              </a:xfrm>
              <a:prstGeom prst="donut">
                <a:avLst>
                  <a:gd name="adj" fmla="val 11545"/>
                </a:avLst>
              </a:prstGeom>
              <a:solidFill>
                <a:srgbClr val="2322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F6AC2F8-7726-CD05-B9C8-DA96ACDF320B}"/>
                  </a:ext>
                </a:extLst>
              </p:cNvPr>
              <p:cNvSpPr txBox="1"/>
              <p:nvPr/>
            </p:nvSpPr>
            <p:spPr>
              <a:xfrm>
                <a:off x="746790" y="980148"/>
                <a:ext cx="179832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WCI</a:t>
                </a:r>
              </a:p>
              <a:p>
                <a:pPr algn="ctr"/>
                <a:r>
                  <a:rPr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Network</a:t>
                </a:r>
                <a:endParaRPr kumimoji="1" lang="ja-JP" altLang="en-US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1C811CE-766C-1155-25AC-4A633F343798}"/>
                </a:ext>
              </a:extLst>
            </p:cNvPr>
            <p:cNvSpPr txBox="1"/>
            <p:nvPr/>
          </p:nvSpPr>
          <p:spPr>
            <a:xfrm>
              <a:off x="2197801" y="1946225"/>
              <a:ext cx="586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ONU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6DEF4E5D-624C-EE5E-4076-8CFBFE107E27}"/>
                </a:ext>
              </a:extLst>
            </p:cNvPr>
            <p:cNvSpPr txBox="1"/>
            <p:nvPr/>
          </p:nvSpPr>
          <p:spPr>
            <a:xfrm>
              <a:off x="3976900" y="1660781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WCI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ルータ</a:t>
              </a:r>
            </a:p>
          </p:txBody>
        </p:sp>
        <p:pic>
          <p:nvPicPr>
            <p:cNvPr id="14" name="図 13" descr="挿絵 が含まれている画像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376B8820-4F9F-1B53-EC9F-18F79C5E2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5705" y="1885880"/>
              <a:ext cx="2006158" cy="881158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3560E3F-44EB-EB70-9D2D-19A440A916FA}"/>
                </a:ext>
              </a:extLst>
            </p:cNvPr>
            <p:cNvSpPr txBox="1"/>
            <p:nvPr/>
          </p:nvSpPr>
          <p:spPr>
            <a:xfrm>
              <a:off x="7439150" y="1652294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SPG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ルータ</a:t>
              </a: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8E846E6D-A3A8-E958-0FDF-D5BF43E4CACB}"/>
                </a:ext>
              </a:extLst>
            </p:cNvPr>
            <p:cNvSpPr/>
            <p:nvPr/>
          </p:nvSpPr>
          <p:spPr>
            <a:xfrm rot="18738419">
              <a:off x="8622277" y="2555430"/>
              <a:ext cx="1571748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8FD72EE3-18D2-49ED-004D-356B02875759}"/>
                </a:ext>
              </a:extLst>
            </p:cNvPr>
            <p:cNvSpPr/>
            <p:nvPr/>
          </p:nvSpPr>
          <p:spPr>
            <a:xfrm>
              <a:off x="9903068" y="1934039"/>
              <a:ext cx="76191" cy="7731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E703A5EC-50F7-FD40-503A-B767089555D4}"/>
                </a:ext>
              </a:extLst>
            </p:cNvPr>
            <p:cNvSpPr/>
            <p:nvPr/>
          </p:nvSpPr>
          <p:spPr>
            <a:xfrm>
              <a:off x="8837043" y="3127857"/>
              <a:ext cx="76191" cy="7731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AF98CA9D-39B0-2536-8316-E7C4EE0503D5}"/>
                </a:ext>
              </a:extLst>
            </p:cNvPr>
            <p:cNvSpPr/>
            <p:nvPr/>
          </p:nvSpPr>
          <p:spPr>
            <a:xfrm>
              <a:off x="9719377" y="2211987"/>
              <a:ext cx="898853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2" name="図 51" descr="図形, アイコン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28A82BFF-687A-2E1F-D3B9-660CACC6D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6426" y="1989536"/>
              <a:ext cx="781404" cy="568042"/>
            </a:xfrm>
            <a:prstGeom prst="rect">
              <a:avLst/>
            </a:prstGeom>
          </p:spPr>
        </p:pic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4EFAC3D5-2AD1-1ACB-059E-E5DEA9CD20AC}"/>
                </a:ext>
              </a:extLst>
            </p:cNvPr>
            <p:cNvSpPr txBox="1"/>
            <p:nvPr/>
          </p:nvSpPr>
          <p:spPr>
            <a:xfrm>
              <a:off x="10779676" y="1774380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端末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A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7E3D9B45-D2A3-4660-6C69-57F0F50784A6}"/>
                </a:ext>
              </a:extLst>
            </p:cNvPr>
            <p:cNvSpPr txBox="1"/>
            <p:nvPr/>
          </p:nvSpPr>
          <p:spPr>
            <a:xfrm>
              <a:off x="10305130" y="2562998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192.168.1.10/24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406CA921-A456-E703-6FEA-5080351EDD73}"/>
                </a:ext>
              </a:extLst>
            </p:cNvPr>
            <p:cNvSpPr txBox="1"/>
            <p:nvPr/>
          </p:nvSpPr>
          <p:spPr>
            <a:xfrm>
              <a:off x="9310547" y="1507396"/>
              <a:ext cx="138417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SPG</a:t>
              </a:r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</a:t>
              </a:r>
            </a:p>
            <a:p>
              <a:pPr algn="ct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192.168.1.0/24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80929791-F5FC-16ED-023A-6C147D5524EB}"/>
                </a:ext>
              </a:extLst>
            </p:cNvPr>
            <p:cNvSpPr/>
            <p:nvPr/>
          </p:nvSpPr>
          <p:spPr>
            <a:xfrm>
              <a:off x="8948869" y="3045876"/>
              <a:ext cx="1908398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8" name="図 57" descr="図形, アイコン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014D14C5-3C34-FDAD-1E70-D9FA4840E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7027" y="2970807"/>
              <a:ext cx="781404" cy="568042"/>
            </a:xfrm>
            <a:prstGeom prst="rect">
              <a:avLst/>
            </a:prstGeom>
          </p:spPr>
        </p:pic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05E19080-306F-914F-287F-E7D9D97AF39C}"/>
                </a:ext>
              </a:extLst>
            </p:cNvPr>
            <p:cNvSpPr txBox="1"/>
            <p:nvPr/>
          </p:nvSpPr>
          <p:spPr>
            <a:xfrm>
              <a:off x="10292556" y="2766903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端末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B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19A21DF9-6371-0B52-AA93-0DA61BDC6A5E}"/>
                </a:ext>
              </a:extLst>
            </p:cNvPr>
            <p:cNvSpPr txBox="1"/>
            <p:nvPr/>
          </p:nvSpPr>
          <p:spPr>
            <a:xfrm>
              <a:off x="9815738" y="3553261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192.168.1.11/24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E6C1FB03-D301-8EA8-BBB8-04FFB7A2A2D9}"/>
                </a:ext>
              </a:extLst>
            </p:cNvPr>
            <p:cNvSpPr/>
            <p:nvPr/>
          </p:nvSpPr>
          <p:spPr>
            <a:xfrm>
              <a:off x="8601939" y="3814320"/>
              <a:ext cx="76191" cy="7731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5B2E9402-6E06-E42C-DE22-78C206F828B1}"/>
                </a:ext>
              </a:extLst>
            </p:cNvPr>
            <p:cNvSpPr/>
            <p:nvPr/>
          </p:nvSpPr>
          <p:spPr>
            <a:xfrm>
              <a:off x="7748199" y="4801591"/>
              <a:ext cx="76191" cy="773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7E8633A0-9BE5-36C5-2889-1F0BD0A81C3D}"/>
                </a:ext>
              </a:extLst>
            </p:cNvPr>
            <p:cNvSpPr/>
            <p:nvPr/>
          </p:nvSpPr>
          <p:spPr>
            <a:xfrm>
              <a:off x="7180364" y="4115108"/>
              <a:ext cx="1227862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8" name="図 27" descr="図形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0381C8CE-6125-3533-FE87-BAEE2E2ED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0670" y="3709677"/>
              <a:ext cx="1712582" cy="753252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0C62F14-4112-D752-670F-461D5E68D3A0}"/>
                </a:ext>
              </a:extLst>
            </p:cNvPr>
            <p:cNvSpPr txBox="1"/>
            <p:nvPr/>
          </p:nvSpPr>
          <p:spPr>
            <a:xfrm>
              <a:off x="5592136" y="1507396"/>
              <a:ext cx="138417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WCI</a:t>
              </a:r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</a:t>
              </a:r>
            </a:p>
            <a:p>
              <a:pPr algn="ct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100.65.21.0/26</a:t>
              </a:r>
            </a:p>
            <a:p>
              <a:pPr algn="ctr"/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349C497-8837-85E0-1080-C204A3098492}"/>
                </a:ext>
              </a:extLst>
            </p:cNvPr>
            <p:cNvSpPr txBox="1"/>
            <p:nvPr/>
          </p:nvSpPr>
          <p:spPr>
            <a:xfrm>
              <a:off x="8035647" y="3429747"/>
              <a:ext cx="138417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 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</a:t>
              </a:r>
            </a:p>
            <a:p>
              <a:pPr algn="ct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172.16.10.0/24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9D6AD894-3D14-5417-C1CE-E09E0D0CBC2E}"/>
                </a:ext>
              </a:extLst>
            </p:cNvPr>
            <p:cNvSpPr txBox="1"/>
            <p:nvPr/>
          </p:nvSpPr>
          <p:spPr>
            <a:xfrm>
              <a:off x="5260812" y="3456057"/>
              <a:ext cx="2954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ファイアウォール 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/</a:t>
              </a:r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ルータ 等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2F6F1553-4F50-AEC1-6AA6-691863B4E49E}"/>
                </a:ext>
              </a:extLst>
            </p:cNvPr>
            <p:cNvSpPr txBox="1"/>
            <p:nvPr/>
          </p:nvSpPr>
          <p:spPr>
            <a:xfrm>
              <a:off x="5064248" y="4436800"/>
              <a:ext cx="1604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※5</a:t>
              </a:r>
              <a:b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100.65.21.10/26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4FE49CFC-D943-7E3A-531F-0446EB3B0944}"/>
                </a:ext>
              </a:extLst>
            </p:cNvPr>
            <p:cNvSpPr txBox="1"/>
            <p:nvPr/>
          </p:nvSpPr>
          <p:spPr>
            <a:xfrm>
              <a:off x="7156479" y="2612012"/>
              <a:ext cx="16049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LAN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※4</a:t>
              </a:r>
              <a:b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FDB8D435-6A83-0446-4ECC-7FC797D3434E}"/>
                </a:ext>
              </a:extLst>
            </p:cNvPr>
            <p:cNvSpPr txBox="1"/>
            <p:nvPr/>
          </p:nvSpPr>
          <p:spPr>
            <a:xfrm>
              <a:off x="6010803" y="2598998"/>
              <a:ext cx="868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※3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A4995BC-7136-734D-6F64-6F8C5B9FA5A2}"/>
                </a:ext>
              </a:extLst>
            </p:cNvPr>
            <p:cNvSpPr txBox="1"/>
            <p:nvPr/>
          </p:nvSpPr>
          <p:spPr>
            <a:xfrm>
              <a:off x="2611975" y="2598998"/>
              <a:ext cx="7151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※1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6B5999B2-EB30-E214-650F-A7D8F124F992}"/>
                </a:ext>
              </a:extLst>
            </p:cNvPr>
            <p:cNvSpPr/>
            <p:nvPr/>
          </p:nvSpPr>
          <p:spPr>
            <a:xfrm>
              <a:off x="8214817" y="4342691"/>
              <a:ext cx="1908398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2" name="図 21" descr="図形, アイコン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B9115610-89D1-B46C-0ED8-FA1791646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2975" y="4267622"/>
              <a:ext cx="781404" cy="568042"/>
            </a:xfrm>
            <a:prstGeom prst="rect">
              <a:avLst/>
            </a:prstGeom>
          </p:spPr>
        </p:pic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03190418-FC8B-30BE-A403-112FC5CBEF53}"/>
                </a:ext>
              </a:extLst>
            </p:cNvPr>
            <p:cNvSpPr txBox="1"/>
            <p:nvPr/>
          </p:nvSpPr>
          <p:spPr>
            <a:xfrm>
              <a:off x="9558504" y="4063718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端末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C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7BFA597E-2490-905D-D4C5-3EAE66061683}"/>
                </a:ext>
              </a:extLst>
            </p:cNvPr>
            <p:cNvSpPr txBox="1"/>
            <p:nvPr/>
          </p:nvSpPr>
          <p:spPr>
            <a:xfrm>
              <a:off x="8986083" y="4878901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172.16.10.10/24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1944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426E4125-4401-9567-83CD-E05747B7D61D}"/>
              </a:ext>
            </a:extLst>
          </p:cNvPr>
          <p:cNvGrpSpPr/>
          <p:nvPr/>
        </p:nvGrpSpPr>
        <p:grpSpPr>
          <a:xfrm>
            <a:off x="1468186" y="744946"/>
            <a:ext cx="8203087" cy="2529592"/>
            <a:chOff x="1468186" y="744946"/>
            <a:chExt cx="8203087" cy="252959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4A4E33E-FFEE-2014-6451-2A9FAF7519C2}"/>
                </a:ext>
              </a:extLst>
            </p:cNvPr>
            <p:cNvSpPr/>
            <p:nvPr/>
          </p:nvSpPr>
          <p:spPr>
            <a:xfrm flipV="1">
              <a:off x="2779212" y="2007092"/>
              <a:ext cx="1589868" cy="45719"/>
            </a:xfrm>
            <a:prstGeom prst="rect">
              <a:avLst/>
            </a:prstGeom>
            <a:solidFill>
              <a:srgbClr val="2322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8CA29C25-AE05-C996-DD42-0B6AD8D543F2}"/>
                </a:ext>
              </a:extLst>
            </p:cNvPr>
            <p:cNvCxnSpPr>
              <a:cxnSpLocks/>
            </p:cNvCxnSpPr>
            <p:nvPr/>
          </p:nvCxnSpPr>
          <p:spPr>
            <a:xfrm>
              <a:off x="7272429" y="1305938"/>
              <a:ext cx="0" cy="15931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06032D24-8037-CC9D-FAFB-3829351EF2FE}"/>
                </a:ext>
              </a:extLst>
            </p:cNvPr>
            <p:cNvSpPr/>
            <p:nvPr/>
          </p:nvSpPr>
          <p:spPr>
            <a:xfrm>
              <a:off x="7234968" y="1232709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C2F46374-2460-3697-1DE2-8365B055E800}"/>
                </a:ext>
              </a:extLst>
            </p:cNvPr>
            <p:cNvSpPr/>
            <p:nvPr/>
          </p:nvSpPr>
          <p:spPr>
            <a:xfrm>
              <a:off x="7234968" y="2911201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78CFE19-C342-1D80-0A17-E199A26CF1FF}"/>
                </a:ext>
              </a:extLst>
            </p:cNvPr>
            <p:cNvSpPr/>
            <p:nvPr/>
          </p:nvSpPr>
          <p:spPr>
            <a:xfrm>
              <a:off x="7275077" y="1443197"/>
              <a:ext cx="1078344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3D7DAE26-1D3E-9E5B-8219-7B5F911D6C2D}"/>
                </a:ext>
              </a:extLst>
            </p:cNvPr>
            <p:cNvSpPr/>
            <p:nvPr/>
          </p:nvSpPr>
          <p:spPr>
            <a:xfrm>
              <a:off x="7275077" y="2643603"/>
              <a:ext cx="1078344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図 10" descr="図形, アイコン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C9378103-24DA-182E-8B20-80D19772C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9010" y="2391495"/>
              <a:ext cx="781404" cy="568042"/>
            </a:xfrm>
            <a:prstGeom prst="rect">
              <a:avLst/>
            </a:prstGeom>
          </p:spPr>
        </p:pic>
        <p:pic>
          <p:nvPicPr>
            <p:cNvPr id="12" name="図 11" descr="図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43304F6A-2295-CFF5-3783-335B6128F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5870" y="1765169"/>
              <a:ext cx="357451" cy="495998"/>
            </a:xfrm>
            <a:prstGeom prst="rect">
              <a:avLst/>
            </a:prstGeom>
          </p:spPr>
        </p:pic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DD6E3468-34DC-030B-879C-6DA750D8FEE0}"/>
                </a:ext>
              </a:extLst>
            </p:cNvPr>
            <p:cNvSpPr/>
            <p:nvPr/>
          </p:nvSpPr>
          <p:spPr>
            <a:xfrm>
              <a:off x="5760754" y="2036027"/>
              <a:ext cx="1522279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4" name="図 13" descr="挿絵 が含まれている画像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A5D2E452-7232-21BC-6A47-2A74C4740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2796" y="1401348"/>
              <a:ext cx="2006158" cy="881158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FE980E7-4AB4-7BE8-AC2A-FF772A79F995}"/>
                </a:ext>
              </a:extLst>
            </p:cNvPr>
            <p:cNvSpPr txBox="1"/>
            <p:nvPr/>
          </p:nvSpPr>
          <p:spPr>
            <a:xfrm>
              <a:off x="5758215" y="2186742"/>
              <a:ext cx="1604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LAN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※2</a:t>
              </a:r>
              <a:endPara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100.65.21.1(</a:t>
              </a:r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固定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)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C01EF86-F06C-CEF3-4E0B-A8EA9E3B5873}"/>
                </a:ext>
              </a:extLst>
            </p:cNvPr>
            <p:cNvSpPr txBox="1"/>
            <p:nvPr/>
          </p:nvSpPr>
          <p:spPr>
            <a:xfrm>
              <a:off x="3643321" y="2193702"/>
              <a:ext cx="7151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※1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BDFBF2AF-F60F-E625-BC6F-724D782CE250}"/>
                </a:ext>
              </a:extLst>
            </p:cNvPr>
            <p:cNvSpPr txBox="1"/>
            <p:nvPr/>
          </p:nvSpPr>
          <p:spPr>
            <a:xfrm>
              <a:off x="6534103" y="937470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100.65.21.0/26 </a:t>
              </a:r>
              <a:r>
                <a:rPr lang="en-US" altLang="ja-JP" sz="9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※3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23EFE3D-C23A-0309-BC42-F8F104E864CA}"/>
                </a:ext>
              </a:extLst>
            </p:cNvPr>
            <p:cNvSpPr txBox="1"/>
            <p:nvPr/>
          </p:nvSpPr>
          <p:spPr>
            <a:xfrm>
              <a:off x="8212355" y="808652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Web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サーバ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C6482370-86AA-75BF-95DA-496989B3A23D}"/>
                </a:ext>
              </a:extLst>
            </p:cNvPr>
            <p:cNvSpPr txBox="1"/>
            <p:nvPr/>
          </p:nvSpPr>
          <p:spPr>
            <a:xfrm>
              <a:off x="8450763" y="2199279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端末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9E227D3B-246A-AEFC-977B-4464495183EF}"/>
                </a:ext>
              </a:extLst>
            </p:cNvPr>
            <p:cNvSpPr txBox="1"/>
            <p:nvPr/>
          </p:nvSpPr>
          <p:spPr>
            <a:xfrm>
              <a:off x="8066289" y="1827096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100.65.21.2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522083F-39C2-2A06-F587-751CE5EFA362}"/>
                </a:ext>
              </a:extLst>
            </p:cNvPr>
            <p:cNvSpPr txBox="1"/>
            <p:nvPr/>
          </p:nvSpPr>
          <p:spPr>
            <a:xfrm>
              <a:off x="8066289" y="3012928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100.65.21.3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66ED4950-D2C6-9D01-1315-994363F575E5}"/>
                </a:ext>
              </a:extLst>
            </p:cNvPr>
            <p:cNvGrpSpPr/>
            <p:nvPr/>
          </p:nvGrpSpPr>
          <p:grpSpPr>
            <a:xfrm>
              <a:off x="1468186" y="1413583"/>
              <a:ext cx="1798320" cy="924560"/>
              <a:chOff x="746790" y="759656"/>
              <a:chExt cx="1798320" cy="924560"/>
            </a:xfrm>
          </p:grpSpPr>
          <p:sp>
            <p:nvSpPr>
              <p:cNvPr id="23" name="円: 塗りつぶしなし 22">
                <a:extLst>
                  <a:ext uri="{FF2B5EF4-FFF2-40B4-BE49-F238E27FC236}">
                    <a16:creationId xmlns:a16="http://schemas.microsoft.com/office/drawing/2014/main" id="{7A147567-E561-75AC-7F94-D160FB2CF965}"/>
                  </a:ext>
                </a:extLst>
              </p:cNvPr>
              <p:cNvSpPr/>
              <p:nvPr/>
            </p:nvSpPr>
            <p:spPr>
              <a:xfrm>
                <a:off x="1178977" y="759656"/>
                <a:ext cx="939800" cy="924560"/>
              </a:xfrm>
              <a:prstGeom prst="donut">
                <a:avLst>
                  <a:gd name="adj" fmla="val 11545"/>
                </a:avLst>
              </a:prstGeom>
              <a:solidFill>
                <a:srgbClr val="2322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C140A01E-9DAA-3666-2ACC-2DFF7048ECCA}"/>
                  </a:ext>
                </a:extLst>
              </p:cNvPr>
              <p:cNvSpPr txBox="1"/>
              <p:nvPr/>
            </p:nvSpPr>
            <p:spPr>
              <a:xfrm>
                <a:off x="746790" y="980148"/>
                <a:ext cx="179832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WCI</a:t>
                </a:r>
              </a:p>
              <a:p>
                <a:pPr algn="ctr"/>
                <a:r>
                  <a:rPr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Network</a:t>
                </a:r>
                <a:endParaRPr kumimoji="1" lang="ja-JP" altLang="en-US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0AC14D52-30CC-A02E-CEBE-011797441631}"/>
                </a:ext>
              </a:extLst>
            </p:cNvPr>
            <p:cNvSpPr txBox="1"/>
            <p:nvPr/>
          </p:nvSpPr>
          <p:spPr>
            <a:xfrm>
              <a:off x="3223110" y="1472301"/>
              <a:ext cx="586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ONU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AA2B51B3-CE82-14C3-E861-2BFF019E9F83}"/>
                </a:ext>
              </a:extLst>
            </p:cNvPr>
            <p:cNvSpPr txBox="1"/>
            <p:nvPr/>
          </p:nvSpPr>
          <p:spPr>
            <a:xfrm>
              <a:off x="5002209" y="1186857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WCI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ルータ</a:t>
              </a:r>
            </a:p>
          </p:txBody>
        </p: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D5EA3996-9B05-1974-3F26-2148D4A4C898}"/>
                </a:ext>
              </a:extLst>
            </p:cNvPr>
            <p:cNvGrpSpPr/>
            <p:nvPr/>
          </p:nvGrpSpPr>
          <p:grpSpPr>
            <a:xfrm>
              <a:off x="8372610" y="1086526"/>
              <a:ext cx="586442" cy="739140"/>
              <a:chOff x="3761948" y="4587240"/>
              <a:chExt cx="622544" cy="800100"/>
            </a:xfrm>
          </p:grpSpPr>
          <p:sp>
            <p:nvSpPr>
              <p:cNvPr id="33" name="円柱 32">
                <a:extLst>
                  <a:ext uri="{FF2B5EF4-FFF2-40B4-BE49-F238E27FC236}">
                    <a16:creationId xmlns:a16="http://schemas.microsoft.com/office/drawing/2014/main" id="{A7604CC3-327F-8CEB-E7BE-D4E55EAB7965}"/>
                  </a:ext>
                </a:extLst>
              </p:cNvPr>
              <p:cNvSpPr/>
              <p:nvPr/>
            </p:nvSpPr>
            <p:spPr>
              <a:xfrm>
                <a:off x="3761948" y="4587240"/>
                <a:ext cx="622544" cy="800100"/>
              </a:xfrm>
              <a:prstGeom prst="can">
                <a:avLst>
                  <a:gd name="adj" fmla="val 27448"/>
                </a:avLst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5" name="グラフィックス 34" descr="ドキュメント 枠線">
                <a:extLst>
                  <a:ext uri="{FF2B5EF4-FFF2-40B4-BE49-F238E27FC236}">
                    <a16:creationId xmlns:a16="http://schemas.microsoft.com/office/drawing/2014/main" id="{234E31B3-DA62-0CAA-BE26-880F306BE0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857776" y="4857392"/>
                <a:ext cx="430888" cy="430888"/>
              </a:xfrm>
              <a:prstGeom prst="rect">
                <a:avLst/>
              </a:prstGeom>
            </p:spPr>
          </p:pic>
        </p:grp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E1DFC804-F3A6-77C6-A848-513152B6AE05}"/>
                </a:ext>
              </a:extLst>
            </p:cNvPr>
            <p:cNvSpPr txBox="1"/>
            <p:nvPr/>
          </p:nvSpPr>
          <p:spPr>
            <a:xfrm>
              <a:off x="7516788" y="1607919"/>
              <a:ext cx="14382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443/tcp</a:t>
              </a:r>
              <a:endPara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D5DCF031-03A5-9E6B-872F-33CD15C33DB7}"/>
                </a:ext>
              </a:extLst>
            </p:cNvPr>
            <p:cNvSpPr txBox="1"/>
            <p:nvPr/>
          </p:nvSpPr>
          <p:spPr>
            <a:xfrm>
              <a:off x="6771668" y="744946"/>
              <a:ext cx="12459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3" name="フリーフォーム: 図形 2">
              <a:extLst>
                <a:ext uri="{FF2B5EF4-FFF2-40B4-BE49-F238E27FC236}">
                  <a16:creationId xmlns:a16="http://schemas.microsoft.com/office/drawing/2014/main" id="{CEB8846C-C87C-4982-6CF7-667D1FA6392E}"/>
                </a:ext>
              </a:extLst>
            </p:cNvPr>
            <p:cNvSpPr/>
            <p:nvPr/>
          </p:nvSpPr>
          <p:spPr>
            <a:xfrm>
              <a:off x="2371241" y="1053424"/>
              <a:ext cx="5928101" cy="612644"/>
            </a:xfrm>
            <a:custGeom>
              <a:avLst/>
              <a:gdLst>
                <a:gd name="connsiteX0" fmla="*/ 0 w 5928101"/>
                <a:gd name="connsiteY0" fmla="*/ 318176 h 612644"/>
                <a:gd name="connsiteX1" fmla="*/ 3223647 w 5928101"/>
                <a:gd name="connsiteY1" fmla="*/ 8210 h 612644"/>
                <a:gd name="connsiteX2" fmla="*/ 5928101 w 5928101"/>
                <a:gd name="connsiteY2" fmla="*/ 612644 h 61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28101" h="612644">
                  <a:moveTo>
                    <a:pt x="0" y="318176"/>
                  </a:moveTo>
                  <a:cubicBezTo>
                    <a:pt x="1117815" y="138654"/>
                    <a:pt x="2235630" y="-40868"/>
                    <a:pt x="3223647" y="8210"/>
                  </a:cubicBezTo>
                  <a:cubicBezTo>
                    <a:pt x="4211664" y="57288"/>
                    <a:pt x="5069882" y="334966"/>
                    <a:pt x="5928101" y="6126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269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CA1F-1E42-255B-04D5-7AD6375B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B137039-ACFC-3777-A827-0EDA635F3789}"/>
              </a:ext>
            </a:extLst>
          </p:cNvPr>
          <p:cNvSpPr/>
          <p:nvPr/>
        </p:nvSpPr>
        <p:spPr>
          <a:xfrm flipV="1">
            <a:off x="1568454" y="1210337"/>
            <a:ext cx="1589868" cy="45719"/>
          </a:xfrm>
          <a:prstGeom prst="rect">
            <a:avLst/>
          </a:prstGeom>
          <a:solidFill>
            <a:srgbClr val="2322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3877F56-546F-7BE1-D979-8411EDCDB387}"/>
              </a:ext>
            </a:extLst>
          </p:cNvPr>
          <p:cNvSpPr/>
          <p:nvPr/>
        </p:nvSpPr>
        <p:spPr>
          <a:xfrm>
            <a:off x="8919528" y="970819"/>
            <a:ext cx="1136993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151B090-2EE5-8D78-D088-AE867D2A2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112" y="968414"/>
            <a:ext cx="357451" cy="495998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88AB481-3EA1-1A5C-7899-C74671BEEFF7}"/>
              </a:ext>
            </a:extLst>
          </p:cNvPr>
          <p:cNvSpPr/>
          <p:nvPr/>
        </p:nvSpPr>
        <p:spPr>
          <a:xfrm>
            <a:off x="4549996" y="1239272"/>
            <a:ext cx="4359526" cy="531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 descr="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3E451F2-4BCC-A7E2-D3A9-F3726B198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038" y="604593"/>
            <a:ext cx="2006158" cy="881158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9337A64-B88D-86D1-D117-34D48ED7492F}"/>
              </a:ext>
            </a:extLst>
          </p:cNvPr>
          <p:cNvSpPr txBox="1"/>
          <p:nvPr/>
        </p:nvSpPr>
        <p:spPr>
          <a:xfrm>
            <a:off x="4063478" y="1360018"/>
            <a:ext cx="1604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         LAN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※2</a:t>
            </a:r>
            <a:endParaRPr kumimoji="1"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100.65.21.1/26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47AAEC4-6D3D-30B5-D62B-EC1DE39936A9}"/>
              </a:ext>
            </a:extLst>
          </p:cNvPr>
          <p:cNvSpPr txBox="1"/>
          <p:nvPr/>
        </p:nvSpPr>
        <p:spPr>
          <a:xfrm>
            <a:off x="2432563" y="1396947"/>
            <a:ext cx="715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WAN</a:t>
            </a:r>
            <a:r>
              <a:rPr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※1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14D16B6-6869-565F-7AA3-4CE247408844}"/>
              </a:ext>
            </a:extLst>
          </p:cNvPr>
          <p:cNvSpPr txBox="1"/>
          <p:nvPr/>
        </p:nvSpPr>
        <p:spPr>
          <a:xfrm>
            <a:off x="9868603" y="333869"/>
            <a:ext cx="1074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サーバ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D751EE0-3872-C0E5-3580-0F6E9DFC9F26}"/>
              </a:ext>
            </a:extLst>
          </p:cNvPr>
          <p:cNvSpPr txBox="1"/>
          <p:nvPr/>
        </p:nvSpPr>
        <p:spPr>
          <a:xfrm>
            <a:off x="8331334" y="520105"/>
            <a:ext cx="160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10.0.10.0/24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4A96F0E1-96D7-9D6A-11A5-6CF074A8C2FE}"/>
              </a:ext>
            </a:extLst>
          </p:cNvPr>
          <p:cNvGrpSpPr/>
          <p:nvPr/>
        </p:nvGrpSpPr>
        <p:grpSpPr>
          <a:xfrm>
            <a:off x="257428" y="616828"/>
            <a:ext cx="1798320" cy="924560"/>
            <a:chOff x="746790" y="759656"/>
            <a:chExt cx="1798320" cy="924560"/>
          </a:xfrm>
        </p:grpSpPr>
        <p:sp>
          <p:nvSpPr>
            <p:cNvPr id="29" name="円: 塗りつぶしなし 28">
              <a:extLst>
                <a:ext uri="{FF2B5EF4-FFF2-40B4-BE49-F238E27FC236}">
                  <a16:creationId xmlns:a16="http://schemas.microsoft.com/office/drawing/2014/main" id="{5A02A9C0-7D76-A188-E9E3-7BC7B98CE80E}"/>
                </a:ext>
              </a:extLst>
            </p:cNvPr>
            <p:cNvSpPr/>
            <p:nvPr/>
          </p:nvSpPr>
          <p:spPr>
            <a:xfrm>
              <a:off x="1178977" y="759656"/>
              <a:ext cx="939800" cy="924560"/>
            </a:xfrm>
            <a:prstGeom prst="donut">
              <a:avLst>
                <a:gd name="adj" fmla="val 11545"/>
              </a:avLst>
            </a:prstGeom>
            <a:solidFill>
              <a:srgbClr val="2322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34BA1A6F-1014-6ED2-F5F4-515B81D05E85}"/>
                </a:ext>
              </a:extLst>
            </p:cNvPr>
            <p:cNvSpPr txBox="1"/>
            <p:nvPr/>
          </p:nvSpPr>
          <p:spPr>
            <a:xfrm>
              <a:off x="746790" y="980148"/>
              <a:ext cx="17983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WCI</a:t>
              </a:r>
            </a:p>
            <a:p>
              <a:pPr algn="ctr"/>
              <a:r>
                <a:rPr lang="en-US" altLang="ja-JP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Network</a:t>
              </a:r>
              <a:endParaRPr kumimoji="1" lang="ja-JP" altLang="en-US" sz="105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ACBAD63-7F64-E7F6-578A-DB8F90CB9C09}"/>
              </a:ext>
            </a:extLst>
          </p:cNvPr>
          <p:cNvSpPr txBox="1"/>
          <p:nvPr/>
        </p:nvSpPr>
        <p:spPr>
          <a:xfrm>
            <a:off x="2012352" y="675546"/>
            <a:ext cx="586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ONU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61D01C2-1D79-332C-092B-62B24D47E511}"/>
              </a:ext>
            </a:extLst>
          </p:cNvPr>
          <p:cNvSpPr txBox="1"/>
          <p:nvPr/>
        </p:nvSpPr>
        <p:spPr>
          <a:xfrm>
            <a:off x="3791451" y="390102"/>
            <a:ext cx="1074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WCI</a:t>
            </a:r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ルータ</a:t>
            </a: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7C8F4D3A-20F9-2DA9-595E-5D531780F1B5}"/>
              </a:ext>
            </a:extLst>
          </p:cNvPr>
          <p:cNvGrpSpPr/>
          <p:nvPr/>
        </p:nvGrpSpPr>
        <p:grpSpPr>
          <a:xfrm>
            <a:off x="10028858" y="611743"/>
            <a:ext cx="586442" cy="739140"/>
            <a:chOff x="3761948" y="4587240"/>
            <a:chExt cx="622544" cy="800100"/>
          </a:xfrm>
        </p:grpSpPr>
        <p:sp>
          <p:nvSpPr>
            <p:cNvPr id="34" name="円柱 33">
              <a:extLst>
                <a:ext uri="{FF2B5EF4-FFF2-40B4-BE49-F238E27FC236}">
                  <a16:creationId xmlns:a16="http://schemas.microsoft.com/office/drawing/2014/main" id="{145F0416-8D63-67D0-35E4-41986A6E9277}"/>
                </a:ext>
              </a:extLst>
            </p:cNvPr>
            <p:cNvSpPr/>
            <p:nvPr/>
          </p:nvSpPr>
          <p:spPr>
            <a:xfrm>
              <a:off x="3761948" y="4587240"/>
              <a:ext cx="622544" cy="800100"/>
            </a:xfrm>
            <a:prstGeom prst="can">
              <a:avLst>
                <a:gd name="adj" fmla="val 27448"/>
              </a:avLst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5" name="グラフィックス 34" descr="ドキュメント 枠線">
              <a:extLst>
                <a:ext uri="{FF2B5EF4-FFF2-40B4-BE49-F238E27FC236}">
                  <a16:creationId xmlns:a16="http://schemas.microsoft.com/office/drawing/2014/main" id="{50DD621E-A9E2-25B8-32BC-AF86722DC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57776" y="4857392"/>
              <a:ext cx="430888" cy="430888"/>
            </a:xfrm>
            <a:prstGeom prst="rect">
              <a:avLst/>
            </a:prstGeom>
          </p:spPr>
        </p:pic>
      </p:grp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0C709CB-E50C-0745-5E5B-969493A1E805}"/>
              </a:ext>
            </a:extLst>
          </p:cNvPr>
          <p:cNvSpPr txBox="1"/>
          <p:nvPr/>
        </p:nvSpPr>
        <p:spPr>
          <a:xfrm>
            <a:off x="9173036" y="1133136"/>
            <a:ext cx="1438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443/tcp</a:t>
            </a:r>
            <a:endParaRPr kumimoji="1" lang="ja-JP" altLang="en-US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9FA86BC-9F27-4635-F5EE-6F3ECF3DC4F5}"/>
              </a:ext>
            </a:extLst>
          </p:cNvPr>
          <p:cNvSpPr txBox="1"/>
          <p:nvPr/>
        </p:nvSpPr>
        <p:spPr>
          <a:xfrm>
            <a:off x="8313552" y="348078"/>
            <a:ext cx="1384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拠点</a:t>
            </a:r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Network A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7A7F461-20FF-B54A-1254-D14B8BEC2D8D}"/>
              </a:ext>
            </a:extLst>
          </p:cNvPr>
          <p:cNvSpPr txBox="1"/>
          <p:nvPr/>
        </p:nvSpPr>
        <p:spPr>
          <a:xfrm>
            <a:off x="5531780" y="1368607"/>
            <a:ext cx="1604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WAN</a:t>
            </a:r>
            <a:b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100.65.21.2/26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8D7A538-2AB0-1D6A-418C-A0012FDF9555}"/>
              </a:ext>
            </a:extLst>
          </p:cNvPr>
          <p:cNvSpPr txBox="1"/>
          <p:nvPr/>
        </p:nvSpPr>
        <p:spPr>
          <a:xfrm>
            <a:off x="5376837" y="451680"/>
            <a:ext cx="2954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ファイアウォール 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ルータ 等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5901587-1039-5308-895D-CD4FC95D16EA}"/>
              </a:ext>
            </a:extLst>
          </p:cNvPr>
          <p:cNvSpPr txBox="1"/>
          <p:nvPr/>
        </p:nvSpPr>
        <p:spPr>
          <a:xfrm>
            <a:off x="9722537" y="1396947"/>
            <a:ext cx="160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10.0.10.10/24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BAD14F89-EDD8-C1D0-7688-31243B0CC6D4}"/>
              </a:ext>
            </a:extLst>
          </p:cNvPr>
          <p:cNvSpPr/>
          <p:nvPr/>
        </p:nvSpPr>
        <p:spPr>
          <a:xfrm rot="2387926" flipV="1">
            <a:off x="7076128" y="1937291"/>
            <a:ext cx="2098761" cy="5218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9" name="図 38" descr="図形, 四角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DBBA933-6928-5BE4-DE74-CFDCD74108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557" y="711160"/>
            <a:ext cx="1712582" cy="753252"/>
          </a:xfrm>
          <a:prstGeom prst="rect">
            <a:avLst/>
          </a:prstGeom>
        </p:spPr>
      </p:pic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37DD9F94-DF46-7F58-6165-6678958FBEF1}"/>
              </a:ext>
            </a:extLst>
          </p:cNvPr>
          <p:cNvCxnSpPr>
            <a:cxnSpLocks/>
          </p:cNvCxnSpPr>
          <p:nvPr/>
        </p:nvCxnSpPr>
        <p:spPr>
          <a:xfrm>
            <a:off x="8906166" y="2277718"/>
            <a:ext cx="0" cy="65920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74B7F54-6BBC-1ACA-2BF4-6DBD56626267}"/>
              </a:ext>
            </a:extLst>
          </p:cNvPr>
          <p:cNvSpPr/>
          <p:nvPr/>
        </p:nvSpPr>
        <p:spPr>
          <a:xfrm>
            <a:off x="8868070" y="2200408"/>
            <a:ext cx="76191" cy="773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2B2F1ECC-A37E-C556-941D-4EE774397199}"/>
              </a:ext>
            </a:extLst>
          </p:cNvPr>
          <p:cNvSpPr/>
          <p:nvPr/>
        </p:nvSpPr>
        <p:spPr>
          <a:xfrm>
            <a:off x="8868070" y="2931676"/>
            <a:ext cx="76191" cy="773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B7DBCC3-6F2F-7813-87CB-D62C032B931B}"/>
              </a:ext>
            </a:extLst>
          </p:cNvPr>
          <p:cNvSpPr/>
          <p:nvPr/>
        </p:nvSpPr>
        <p:spPr>
          <a:xfrm>
            <a:off x="8906166" y="2652544"/>
            <a:ext cx="1106932" cy="500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 descr="図形, アイコン, 四角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20046D4-65BA-8701-4622-9CBF8E9906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53" y="2229567"/>
            <a:ext cx="781404" cy="568042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E5F8C6D-D53A-4E72-D6B6-6175525F4513}"/>
              </a:ext>
            </a:extLst>
          </p:cNvPr>
          <p:cNvSpPr txBox="1"/>
          <p:nvPr/>
        </p:nvSpPr>
        <p:spPr>
          <a:xfrm>
            <a:off x="10081606" y="1960135"/>
            <a:ext cx="1074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端末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3C065DA-49E0-BEEC-E3DF-868BD48278D5}"/>
              </a:ext>
            </a:extLst>
          </p:cNvPr>
          <p:cNvSpPr txBox="1"/>
          <p:nvPr/>
        </p:nvSpPr>
        <p:spPr>
          <a:xfrm>
            <a:off x="9603370" y="2894593"/>
            <a:ext cx="160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172.16.10.10/24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67C02123-6FAC-DFAB-55BE-6FCBAA364B8E}"/>
              </a:ext>
            </a:extLst>
          </p:cNvPr>
          <p:cNvCxnSpPr>
            <a:cxnSpLocks/>
          </p:cNvCxnSpPr>
          <p:nvPr/>
        </p:nvCxnSpPr>
        <p:spPr>
          <a:xfrm>
            <a:off x="8906166" y="845312"/>
            <a:ext cx="0" cy="65920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00E4EC-6114-0AFB-3184-3AD0F93BB8B0}"/>
              </a:ext>
            </a:extLst>
          </p:cNvPr>
          <p:cNvSpPr/>
          <p:nvPr/>
        </p:nvSpPr>
        <p:spPr>
          <a:xfrm>
            <a:off x="8868070" y="768002"/>
            <a:ext cx="76191" cy="773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BF7235E4-F9E8-36AE-8125-9FB4F8924075}"/>
              </a:ext>
            </a:extLst>
          </p:cNvPr>
          <p:cNvSpPr/>
          <p:nvPr/>
        </p:nvSpPr>
        <p:spPr>
          <a:xfrm>
            <a:off x="8868070" y="1499270"/>
            <a:ext cx="76191" cy="773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F7A729F6-F6A3-1F8A-EF89-873C70074092}"/>
              </a:ext>
            </a:extLst>
          </p:cNvPr>
          <p:cNvSpPr txBox="1"/>
          <p:nvPr/>
        </p:nvSpPr>
        <p:spPr>
          <a:xfrm>
            <a:off x="8313552" y="1953441"/>
            <a:ext cx="160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172.16.10.0/24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1880B99A-DB4B-8002-AE6D-2DCE06EE1539}"/>
              </a:ext>
            </a:extLst>
          </p:cNvPr>
          <p:cNvSpPr txBox="1"/>
          <p:nvPr/>
        </p:nvSpPr>
        <p:spPr>
          <a:xfrm>
            <a:off x="8338364" y="1790905"/>
            <a:ext cx="1384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拠点</a:t>
            </a:r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Network B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C9AA8F4-B0C9-E295-E573-72E1F1F3DDD3}"/>
              </a:ext>
            </a:extLst>
          </p:cNvPr>
          <p:cNvGrpSpPr/>
          <p:nvPr/>
        </p:nvGrpSpPr>
        <p:grpSpPr>
          <a:xfrm>
            <a:off x="356813" y="3829051"/>
            <a:ext cx="10936379" cy="2808125"/>
            <a:chOff x="366330" y="3716007"/>
            <a:chExt cx="10936379" cy="2808125"/>
          </a:xfrm>
        </p:grpSpPr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F06A4753-E242-F395-0E4E-D3A6BEAF4076}"/>
                </a:ext>
              </a:extLst>
            </p:cNvPr>
            <p:cNvSpPr/>
            <p:nvPr/>
          </p:nvSpPr>
          <p:spPr>
            <a:xfrm flipV="1">
              <a:off x="1677356" y="5220808"/>
              <a:ext cx="1589868" cy="45719"/>
            </a:xfrm>
            <a:prstGeom prst="rect">
              <a:avLst/>
            </a:prstGeom>
            <a:solidFill>
              <a:srgbClr val="2322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669B4D5E-BBDA-C6F6-86FF-554AA07D5AF2}"/>
                </a:ext>
              </a:extLst>
            </p:cNvPr>
            <p:cNvSpPr/>
            <p:nvPr/>
          </p:nvSpPr>
          <p:spPr>
            <a:xfrm>
              <a:off x="8914476" y="4517119"/>
              <a:ext cx="1136993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0" name="図 69" descr="図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2FAE0ADE-BEA9-F2E3-F0CD-EB8F97871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4014" y="4978885"/>
              <a:ext cx="357451" cy="495998"/>
            </a:xfrm>
            <a:prstGeom prst="rect">
              <a:avLst/>
            </a:prstGeom>
          </p:spPr>
        </p:pic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EF6D946F-73F1-2C92-45B2-0E46A50869AA}"/>
                </a:ext>
              </a:extLst>
            </p:cNvPr>
            <p:cNvSpPr txBox="1"/>
            <p:nvPr/>
          </p:nvSpPr>
          <p:spPr>
            <a:xfrm>
              <a:off x="4172380" y="5370489"/>
              <a:ext cx="1604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          LAN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※2</a:t>
              </a:r>
              <a:endPara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100.65.21.1/26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0E9D5B31-9337-C4AF-2CBF-EBBC92988ECF}"/>
                </a:ext>
              </a:extLst>
            </p:cNvPr>
            <p:cNvSpPr txBox="1"/>
            <p:nvPr/>
          </p:nvSpPr>
          <p:spPr>
            <a:xfrm>
              <a:off x="2541465" y="5407418"/>
              <a:ext cx="7151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※1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9C2762C9-06E5-0BB9-6B62-CDC9FD7AAC13}"/>
                </a:ext>
              </a:extLst>
            </p:cNvPr>
            <p:cNvSpPr txBox="1"/>
            <p:nvPr/>
          </p:nvSpPr>
          <p:spPr>
            <a:xfrm>
              <a:off x="9868603" y="3807799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Web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サーバ</a:t>
              </a:r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D24C7D6E-38DD-F28F-242B-D50A72C5E47A}"/>
                </a:ext>
              </a:extLst>
            </p:cNvPr>
            <p:cNvSpPr txBox="1"/>
            <p:nvPr/>
          </p:nvSpPr>
          <p:spPr>
            <a:xfrm>
              <a:off x="8331334" y="3888034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10.0.10.0/24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E8BBD6B6-0015-975E-0830-B53CEFD7F452}"/>
                </a:ext>
              </a:extLst>
            </p:cNvPr>
            <p:cNvGrpSpPr/>
            <p:nvPr/>
          </p:nvGrpSpPr>
          <p:grpSpPr>
            <a:xfrm>
              <a:off x="366330" y="4627299"/>
              <a:ext cx="1798320" cy="924560"/>
              <a:chOff x="746790" y="759656"/>
              <a:chExt cx="1798320" cy="924560"/>
            </a:xfrm>
          </p:grpSpPr>
          <p:sp>
            <p:nvSpPr>
              <p:cNvPr id="83" name="円: 塗りつぶしなし 82">
                <a:extLst>
                  <a:ext uri="{FF2B5EF4-FFF2-40B4-BE49-F238E27FC236}">
                    <a16:creationId xmlns:a16="http://schemas.microsoft.com/office/drawing/2014/main" id="{B9B4FAD4-DC55-CB7C-26CC-B76D629D6B16}"/>
                  </a:ext>
                </a:extLst>
              </p:cNvPr>
              <p:cNvSpPr/>
              <p:nvPr/>
            </p:nvSpPr>
            <p:spPr>
              <a:xfrm>
                <a:off x="1178977" y="759656"/>
                <a:ext cx="939800" cy="924560"/>
              </a:xfrm>
              <a:prstGeom prst="donut">
                <a:avLst>
                  <a:gd name="adj" fmla="val 11545"/>
                </a:avLst>
              </a:prstGeom>
              <a:solidFill>
                <a:srgbClr val="2322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64B45904-A83E-7893-4568-258A79ACF7F4}"/>
                  </a:ext>
                </a:extLst>
              </p:cNvPr>
              <p:cNvSpPr txBox="1"/>
              <p:nvPr/>
            </p:nvSpPr>
            <p:spPr>
              <a:xfrm>
                <a:off x="746790" y="980148"/>
                <a:ext cx="179832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WCI</a:t>
                </a:r>
              </a:p>
              <a:p>
                <a:pPr algn="ctr"/>
                <a:r>
                  <a:rPr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Network</a:t>
                </a:r>
                <a:endParaRPr kumimoji="1" lang="ja-JP" altLang="en-US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E6A59B62-B0C5-9FF0-97DA-031CC8D7C9E8}"/>
                </a:ext>
              </a:extLst>
            </p:cNvPr>
            <p:cNvSpPr txBox="1"/>
            <p:nvPr/>
          </p:nvSpPr>
          <p:spPr>
            <a:xfrm>
              <a:off x="2121254" y="4686017"/>
              <a:ext cx="586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ONU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841C36F5-090E-4691-1490-A6A37E571CDD}"/>
                </a:ext>
              </a:extLst>
            </p:cNvPr>
            <p:cNvSpPr txBox="1"/>
            <p:nvPr/>
          </p:nvSpPr>
          <p:spPr>
            <a:xfrm>
              <a:off x="3900353" y="4400573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WCI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ルータ</a:t>
              </a:r>
            </a:p>
          </p:txBody>
        </p:sp>
        <p:grpSp>
          <p:nvGrpSpPr>
            <p:cNvPr id="87" name="グループ化 86">
              <a:extLst>
                <a:ext uri="{FF2B5EF4-FFF2-40B4-BE49-F238E27FC236}">
                  <a16:creationId xmlns:a16="http://schemas.microsoft.com/office/drawing/2014/main" id="{43E6D35F-1623-3951-262D-43BF0BB0120C}"/>
                </a:ext>
              </a:extLst>
            </p:cNvPr>
            <p:cNvGrpSpPr/>
            <p:nvPr/>
          </p:nvGrpSpPr>
          <p:grpSpPr>
            <a:xfrm>
              <a:off x="10028858" y="4085673"/>
              <a:ext cx="586442" cy="739140"/>
              <a:chOff x="3761948" y="4587240"/>
              <a:chExt cx="622544" cy="800100"/>
            </a:xfrm>
          </p:grpSpPr>
          <p:sp>
            <p:nvSpPr>
              <p:cNvPr id="88" name="円柱 87">
                <a:extLst>
                  <a:ext uri="{FF2B5EF4-FFF2-40B4-BE49-F238E27FC236}">
                    <a16:creationId xmlns:a16="http://schemas.microsoft.com/office/drawing/2014/main" id="{0BDA085F-6944-3A4C-A838-D08B30721A13}"/>
                  </a:ext>
                </a:extLst>
              </p:cNvPr>
              <p:cNvSpPr/>
              <p:nvPr/>
            </p:nvSpPr>
            <p:spPr>
              <a:xfrm>
                <a:off x="3761948" y="4587240"/>
                <a:ext cx="622544" cy="800100"/>
              </a:xfrm>
              <a:prstGeom prst="can">
                <a:avLst>
                  <a:gd name="adj" fmla="val 27448"/>
                </a:avLst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9" name="グラフィックス 88" descr="ドキュメント 枠線">
                <a:extLst>
                  <a:ext uri="{FF2B5EF4-FFF2-40B4-BE49-F238E27FC236}">
                    <a16:creationId xmlns:a16="http://schemas.microsoft.com/office/drawing/2014/main" id="{C3B82501-1F97-5BBC-51C4-D97AC90F30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857776" y="4857392"/>
                <a:ext cx="430888" cy="430888"/>
              </a:xfrm>
              <a:prstGeom prst="rect">
                <a:avLst/>
              </a:prstGeom>
            </p:spPr>
          </p:pic>
        </p:grpSp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5133B425-062F-E5A7-5E11-2C39FD627D74}"/>
                </a:ext>
              </a:extLst>
            </p:cNvPr>
            <p:cNvSpPr txBox="1"/>
            <p:nvPr/>
          </p:nvSpPr>
          <p:spPr>
            <a:xfrm>
              <a:off x="9171514" y="4220805"/>
              <a:ext cx="14382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443/tcp</a:t>
              </a:r>
              <a:endPara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17A6CF3A-4A5F-0590-F8A5-0A780B3A2D5B}"/>
                </a:ext>
              </a:extLst>
            </p:cNvPr>
            <p:cNvSpPr txBox="1"/>
            <p:nvPr/>
          </p:nvSpPr>
          <p:spPr>
            <a:xfrm>
              <a:off x="8313552" y="3716007"/>
              <a:ext cx="13841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 A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3" name="テキスト ボックス 92">
              <a:extLst>
                <a:ext uri="{FF2B5EF4-FFF2-40B4-BE49-F238E27FC236}">
                  <a16:creationId xmlns:a16="http://schemas.microsoft.com/office/drawing/2014/main" id="{5DB81B8A-5901-5B65-1D23-33D1875A1E96}"/>
                </a:ext>
              </a:extLst>
            </p:cNvPr>
            <p:cNvSpPr txBox="1"/>
            <p:nvPr/>
          </p:nvSpPr>
          <p:spPr>
            <a:xfrm>
              <a:off x="5640682" y="5379078"/>
              <a:ext cx="1604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b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100.65.21.2/26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00375E4C-D60E-7809-3FA8-030107928034}"/>
                </a:ext>
              </a:extLst>
            </p:cNvPr>
            <p:cNvSpPr txBox="1"/>
            <p:nvPr/>
          </p:nvSpPr>
          <p:spPr>
            <a:xfrm>
              <a:off x="5485739" y="4462151"/>
              <a:ext cx="2954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ファイアウォール 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/</a:t>
              </a:r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ルータ 等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5" name="テキスト ボックス 94">
              <a:extLst>
                <a:ext uri="{FF2B5EF4-FFF2-40B4-BE49-F238E27FC236}">
                  <a16:creationId xmlns:a16="http://schemas.microsoft.com/office/drawing/2014/main" id="{5F2E5DD0-17D9-F2E6-574F-C2B49706FD35}"/>
                </a:ext>
              </a:extLst>
            </p:cNvPr>
            <p:cNvSpPr txBox="1"/>
            <p:nvPr/>
          </p:nvSpPr>
          <p:spPr>
            <a:xfrm>
              <a:off x="9697725" y="4873542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10.0.10.10/24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C950DAF3-BD09-EA3F-701E-DC5D0BE55E26}"/>
                </a:ext>
              </a:extLst>
            </p:cNvPr>
            <p:cNvCxnSpPr>
              <a:cxnSpLocks/>
            </p:cNvCxnSpPr>
            <p:nvPr/>
          </p:nvCxnSpPr>
          <p:spPr>
            <a:xfrm>
              <a:off x="8906166" y="5645647"/>
              <a:ext cx="0" cy="65920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A3AFA608-759A-9479-3A2D-C7DA01F7E189}"/>
                </a:ext>
              </a:extLst>
            </p:cNvPr>
            <p:cNvSpPr/>
            <p:nvPr/>
          </p:nvSpPr>
          <p:spPr>
            <a:xfrm>
              <a:off x="8868070" y="5568337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B2E4C58E-AC7B-20B5-B184-B589D26E2EE3}"/>
                </a:ext>
              </a:extLst>
            </p:cNvPr>
            <p:cNvSpPr/>
            <p:nvPr/>
          </p:nvSpPr>
          <p:spPr>
            <a:xfrm>
              <a:off x="8868070" y="6299605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7338BFE8-B815-9EBB-221E-C8E832E223E8}"/>
                </a:ext>
              </a:extLst>
            </p:cNvPr>
            <p:cNvSpPr/>
            <p:nvPr/>
          </p:nvSpPr>
          <p:spPr>
            <a:xfrm>
              <a:off x="8914476" y="5922602"/>
              <a:ext cx="1106932" cy="5002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2" name="図 101" descr="図形, アイコン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098A305E-56DF-DAA9-7B61-17F5CAABA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9853" y="5597496"/>
              <a:ext cx="781404" cy="568042"/>
            </a:xfrm>
            <a:prstGeom prst="rect">
              <a:avLst/>
            </a:prstGeom>
          </p:spPr>
        </p:pic>
        <p:sp>
          <p:nvSpPr>
            <p:cNvPr id="103" name="テキスト ボックス 102">
              <a:extLst>
                <a:ext uri="{FF2B5EF4-FFF2-40B4-BE49-F238E27FC236}">
                  <a16:creationId xmlns:a16="http://schemas.microsoft.com/office/drawing/2014/main" id="{A3CCCDDE-9256-BCD7-2343-B1771BB2076E}"/>
                </a:ext>
              </a:extLst>
            </p:cNvPr>
            <p:cNvSpPr txBox="1"/>
            <p:nvPr/>
          </p:nvSpPr>
          <p:spPr>
            <a:xfrm>
              <a:off x="10081606" y="5328064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端末</a:t>
              </a:r>
            </a:p>
          </p:txBody>
        </p: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DB30F77F-80D2-7453-C726-4D6E721793FC}"/>
                </a:ext>
              </a:extLst>
            </p:cNvPr>
            <p:cNvSpPr txBox="1"/>
            <p:nvPr/>
          </p:nvSpPr>
          <p:spPr>
            <a:xfrm>
              <a:off x="9603370" y="6262522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172.16.10.10/24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0B48FD45-42BF-A23D-7E56-344C3FA4CE76}"/>
                </a:ext>
              </a:extLst>
            </p:cNvPr>
            <p:cNvCxnSpPr>
              <a:cxnSpLocks/>
            </p:cNvCxnSpPr>
            <p:nvPr/>
          </p:nvCxnSpPr>
          <p:spPr>
            <a:xfrm>
              <a:off x="8906166" y="4213241"/>
              <a:ext cx="0" cy="65920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9EE2C463-43F1-AEBB-0A01-AC7AE22836F3}"/>
                </a:ext>
              </a:extLst>
            </p:cNvPr>
            <p:cNvSpPr/>
            <p:nvPr/>
          </p:nvSpPr>
          <p:spPr>
            <a:xfrm>
              <a:off x="8868070" y="4135931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B9A4D4BF-C2A3-A7ED-4D4E-C97801FDF3DA}"/>
                </a:ext>
              </a:extLst>
            </p:cNvPr>
            <p:cNvSpPr/>
            <p:nvPr/>
          </p:nvSpPr>
          <p:spPr>
            <a:xfrm>
              <a:off x="8868070" y="4867199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768B4FA9-DF25-C314-6CF0-EAF1778973E1}"/>
                </a:ext>
              </a:extLst>
            </p:cNvPr>
            <p:cNvSpPr txBox="1"/>
            <p:nvPr/>
          </p:nvSpPr>
          <p:spPr>
            <a:xfrm>
              <a:off x="8313552" y="5321370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172.16.10.0/24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09" name="テキスト ボックス 108">
              <a:extLst>
                <a:ext uri="{FF2B5EF4-FFF2-40B4-BE49-F238E27FC236}">
                  <a16:creationId xmlns:a16="http://schemas.microsoft.com/office/drawing/2014/main" id="{8CEB2780-D97C-0644-5D12-AD116B2185A3}"/>
                </a:ext>
              </a:extLst>
            </p:cNvPr>
            <p:cNvSpPr txBox="1"/>
            <p:nvPr/>
          </p:nvSpPr>
          <p:spPr>
            <a:xfrm>
              <a:off x="8338364" y="5158834"/>
              <a:ext cx="13841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 B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1B6DD095-3F59-8875-DC69-F3F8C38A072C}"/>
                </a:ext>
              </a:extLst>
            </p:cNvPr>
            <p:cNvSpPr/>
            <p:nvPr/>
          </p:nvSpPr>
          <p:spPr>
            <a:xfrm>
              <a:off x="4774300" y="5227493"/>
              <a:ext cx="2210604" cy="5311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2" name="図 71" descr="挿絵 が含まれている画像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58FDAA87-FDA3-F289-C1A5-8BE4B814D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940" y="4615064"/>
              <a:ext cx="2006158" cy="881158"/>
            </a:xfrm>
            <a:prstGeom prst="rect">
              <a:avLst/>
            </a:prstGeom>
          </p:spPr>
        </p:pic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21D652F0-9C45-1480-2F54-5C898E3ADA92}"/>
                </a:ext>
              </a:extLst>
            </p:cNvPr>
            <p:cNvSpPr/>
            <p:nvPr/>
          </p:nvSpPr>
          <p:spPr>
            <a:xfrm rot="19923405">
              <a:off x="7194047" y="4942152"/>
              <a:ext cx="1825443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D955AD46-688E-75D6-3A0D-0B46A4E8ABD6}"/>
                </a:ext>
              </a:extLst>
            </p:cNvPr>
            <p:cNvSpPr/>
            <p:nvPr/>
          </p:nvSpPr>
          <p:spPr>
            <a:xfrm rot="1540900">
              <a:off x="6801551" y="5464162"/>
              <a:ext cx="2210604" cy="5311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7" name="図 96" descr="図形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364C7281-15F4-2FFB-D9E7-CB5F03B54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0459" y="4721631"/>
              <a:ext cx="1712582" cy="753252"/>
            </a:xfrm>
            <a:prstGeom prst="rect">
              <a:avLst/>
            </a:prstGeom>
          </p:spPr>
        </p:pic>
        <p:sp>
          <p:nvSpPr>
            <p:cNvPr id="113" name="フリーフォーム: 図形 112">
              <a:extLst>
                <a:ext uri="{FF2B5EF4-FFF2-40B4-BE49-F238E27FC236}">
                  <a16:creationId xmlns:a16="http://schemas.microsoft.com/office/drawing/2014/main" id="{C6075962-0E5D-218C-8972-4B38D8FEC81B}"/>
                </a:ext>
              </a:extLst>
            </p:cNvPr>
            <p:cNvSpPr/>
            <p:nvPr/>
          </p:nvSpPr>
          <p:spPr>
            <a:xfrm>
              <a:off x="1200739" y="4203679"/>
              <a:ext cx="8717797" cy="411385"/>
            </a:xfrm>
            <a:custGeom>
              <a:avLst/>
              <a:gdLst>
                <a:gd name="connsiteX0" fmla="*/ 0 w 8717797"/>
                <a:gd name="connsiteY0" fmla="*/ 333894 h 411385"/>
                <a:gd name="connsiteX1" fmla="*/ 4331777 w 8717797"/>
                <a:gd name="connsiteY1" fmla="*/ 680 h 411385"/>
                <a:gd name="connsiteX2" fmla="*/ 8717797 w 8717797"/>
                <a:gd name="connsiteY2" fmla="*/ 411385 h 411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17797" h="411385">
                  <a:moveTo>
                    <a:pt x="0" y="333894"/>
                  </a:moveTo>
                  <a:cubicBezTo>
                    <a:pt x="1439405" y="160829"/>
                    <a:pt x="2878811" y="-12235"/>
                    <a:pt x="4331777" y="680"/>
                  </a:cubicBezTo>
                  <a:cubicBezTo>
                    <a:pt x="5784743" y="13595"/>
                    <a:pt x="7251270" y="212490"/>
                    <a:pt x="8717797" y="41138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470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6137BF-96E7-C5B3-CF3D-F149F850B225}"/>
              </a:ext>
            </a:extLst>
          </p:cNvPr>
          <p:cNvSpPr/>
          <p:nvPr/>
        </p:nvSpPr>
        <p:spPr>
          <a:xfrm flipV="1">
            <a:off x="1568454" y="1210337"/>
            <a:ext cx="1589868" cy="45719"/>
          </a:xfrm>
          <a:prstGeom prst="rect">
            <a:avLst/>
          </a:prstGeom>
          <a:solidFill>
            <a:srgbClr val="2322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FC4936-2B29-9C11-8822-4629AFBC2025}"/>
              </a:ext>
            </a:extLst>
          </p:cNvPr>
          <p:cNvSpPr/>
          <p:nvPr/>
        </p:nvSpPr>
        <p:spPr>
          <a:xfrm>
            <a:off x="8919528" y="970819"/>
            <a:ext cx="1136993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1043711-4FCB-1327-1361-208C80937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112" y="968414"/>
            <a:ext cx="357451" cy="495998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FB019EA-8454-2F56-40D9-ED9EE36872D0}"/>
              </a:ext>
            </a:extLst>
          </p:cNvPr>
          <p:cNvSpPr/>
          <p:nvPr/>
        </p:nvSpPr>
        <p:spPr>
          <a:xfrm>
            <a:off x="4549996" y="1239272"/>
            <a:ext cx="4359526" cy="531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 descr="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70FA3A5-A753-DF4C-A1CE-0A178AD67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038" y="604593"/>
            <a:ext cx="2006158" cy="881158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7AF7C18-0BB7-0417-7DFE-C5709B943870}"/>
              </a:ext>
            </a:extLst>
          </p:cNvPr>
          <p:cNvSpPr txBox="1"/>
          <p:nvPr/>
        </p:nvSpPr>
        <p:spPr>
          <a:xfrm>
            <a:off x="4063478" y="1360018"/>
            <a:ext cx="1604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         LAN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※2</a:t>
            </a:r>
            <a:endParaRPr kumimoji="1"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100.65.21.1/26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A3F41D6-DD40-E7D5-3603-19A84F40BBE3}"/>
              </a:ext>
            </a:extLst>
          </p:cNvPr>
          <p:cNvSpPr txBox="1"/>
          <p:nvPr/>
        </p:nvSpPr>
        <p:spPr>
          <a:xfrm>
            <a:off x="2432563" y="1396947"/>
            <a:ext cx="715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WAN</a:t>
            </a:r>
            <a:r>
              <a:rPr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※1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7E29811-21DD-3B8C-73D2-3AD5801C3927}"/>
              </a:ext>
            </a:extLst>
          </p:cNvPr>
          <p:cNvSpPr txBox="1"/>
          <p:nvPr/>
        </p:nvSpPr>
        <p:spPr>
          <a:xfrm>
            <a:off x="9868603" y="333869"/>
            <a:ext cx="1074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サーバ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8F69862-064D-B56F-B38D-E945F32380C9}"/>
              </a:ext>
            </a:extLst>
          </p:cNvPr>
          <p:cNvSpPr txBox="1"/>
          <p:nvPr/>
        </p:nvSpPr>
        <p:spPr>
          <a:xfrm>
            <a:off x="8331334" y="520105"/>
            <a:ext cx="160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10.0.10.0/24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4586BEEF-1DBC-FDA3-0601-233166057E46}"/>
              </a:ext>
            </a:extLst>
          </p:cNvPr>
          <p:cNvGrpSpPr/>
          <p:nvPr/>
        </p:nvGrpSpPr>
        <p:grpSpPr>
          <a:xfrm>
            <a:off x="257428" y="616828"/>
            <a:ext cx="1798320" cy="924560"/>
            <a:chOff x="746790" y="759656"/>
            <a:chExt cx="1798320" cy="924560"/>
          </a:xfrm>
        </p:grpSpPr>
        <p:sp>
          <p:nvSpPr>
            <p:cNvPr id="29" name="円: 塗りつぶしなし 28">
              <a:extLst>
                <a:ext uri="{FF2B5EF4-FFF2-40B4-BE49-F238E27FC236}">
                  <a16:creationId xmlns:a16="http://schemas.microsoft.com/office/drawing/2014/main" id="{6130E0EA-9B3A-3259-1B9A-7456FC6835A6}"/>
                </a:ext>
              </a:extLst>
            </p:cNvPr>
            <p:cNvSpPr/>
            <p:nvPr/>
          </p:nvSpPr>
          <p:spPr>
            <a:xfrm>
              <a:off x="1178977" y="759656"/>
              <a:ext cx="939800" cy="924560"/>
            </a:xfrm>
            <a:prstGeom prst="donut">
              <a:avLst>
                <a:gd name="adj" fmla="val 11545"/>
              </a:avLst>
            </a:prstGeom>
            <a:solidFill>
              <a:srgbClr val="2322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B074AD4F-D543-1AE2-6AE1-933930393B8D}"/>
                </a:ext>
              </a:extLst>
            </p:cNvPr>
            <p:cNvSpPr txBox="1"/>
            <p:nvPr/>
          </p:nvSpPr>
          <p:spPr>
            <a:xfrm>
              <a:off x="746790" y="980148"/>
              <a:ext cx="17983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WCI</a:t>
              </a:r>
            </a:p>
            <a:p>
              <a:pPr algn="ctr"/>
              <a:r>
                <a:rPr lang="en-US" altLang="ja-JP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Network</a:t>
              </a:r>
              <a:endParaRPr kumimoji="1" lang="ja-JP" altLang="en-US" sz="105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5648AC8-B5B7-5FA9-5E27-45D9B0F3A516}"/>
              </a:ext>
            </a:extLst>
          </p:cNvPr>
          <p:cNvSpPr txBox="1"/>
          <p:nvPr/>
        </p:nvSpPr>
        <p:spPr>
          <a:xfrm>
            <a:off x="2012352" y="675546"/>
            <a:ext cx="586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ONU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CD5448A-55D7-AD3A-6B7B-5D4EA3A6E7A0}"/>
              </a:ext>
            </a:extLst>
          </p:cNvPr>
          <p:cNvSpPr txBox="1"/>
          <p:nvPr/>
        </p:nvSpPr>
        <p:spPr>
          <a:xfrm>
            <a:off x="3791451" y="390102"/>
            <a:ext cx="1074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WCI</a:t>
            </a:r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ルータ</a:t>
            </a: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759F0580-51CF-3734-E6F8-FEF9B293ED85}"/>
              </a:ext>
            </a:extLst>
          </p:cNvPr>
          <p:cNvGrpSpPr/>
          <p:nvPr/>
        </p:nvGrpSpPr>
        <p:grpSpPr>
          <a:xfrm>
            <a:off x="10028858" y="611743"/>
            <a:ext cx="586442" cy="739140"/>
            <a:chOff x="3761948" y="4587240"/>
            <a:chExt cx="622544" cy="800100"/>
          </a:xfrm>
        </p:grpSpPr>
        <p:sp>
          <p:nvSpPr>
            <p:cNvPr id="34" name="円柱 33">
              <a:extLst>
                <a:ext uri="{FF2B5EF4-FFF2-40B4-BE49-F238E27FC236}">
                  <a16:creationId xmlns:a16="http://schemas.microsoft.com/office/drawing/2014/main" id="{384B010F-F0C0-2C75-B06D-2BEECF1CFB1B}"/>
                </a:ext>
              </a:extLst>
            </p:cNvPr>
            <p:cNvSpPr/>
            <p:nvPr/>
          </p:nvSpPr>
          <p:spPr>
            <a:xfrm>
              <a:off x="3761948" y="4587240"/>
              <a:ext cx="622544" cy="800100"/>
            </a:xfrm>
            <a:prstGeom prst="can">
              <a:avLst>
                <a:gd name="adj" fmla="val 27448"/>
              </a:avLst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5" name="グラフィックス 34" descr="ドキュメント 枠線">
              <a:extLst>
                <a:ext uri="{FF2B5EF4-FFF2-40B4-BE49-F238E27FC236}">
                  <a16:creationId xmlns:a16="http://schemas.microsoft.com/office/drawing/2014/main" id="{10599907-24F3-C16D-ADB8-44AA7EFB5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57776" y="4857392"/>
              <a:ext cx="430888" cy="430888"/>
            </a:xfrm>
            <a:prstGeom prst="rect">
              <a:avLst/>
            </a:prstGeom>
          </p:spPr>
        </p:pic>
      </p:grp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1BE8A07-91EB-895D-C9CA-38470BCC3F6B}"/>
              </a:ext>
            </a:extLst>
          </p:cNvPr>
          <p:cNvSpPr txBox="1"/>
          <p:nvPr/>
        </p:nvSpPr>
        <p:spPr>
          <a:xfrm>
            <a:off x="9173036" y="1133136"/>
            <a:ext cx="1438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443/tcp</a:t>
            </a:r>
            <a:endParaRPr kumimoji="1" lang="ja-JP" altLang="en-US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60C3965-E556-25AA-69DC-91022FA8A8FD}"/>
              </a:ext>
            </a:extLst>
          </p:cNvPr>
          <p:cNvSpPr txBox="1"/>
          <p:nvPr/>
        </p:nvSpPr>
        <p:spPr>
          <a:xfrm>
            <a:off x="8313552" y="348078"/>
            <a:ext cx="1384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拠点</a:t>
            </a:r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Network A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DC9391B-6E7F-3497-9C97-BDB86EA69690}"/>
              </a:ext>
            </a:extLst>
          </p:cNvPr>
          <p:cNvSpPr txBox="1"/>
          <p:nvPr/>
        </p:nvSpPr>
        <p:spPr>
          <a:xfrm>
            <a:off x="5531780" y="1368607"/>
            <a:ext cx="1604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WAN</a:t>
            </a:r>
            <a:b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100.65.21.2/26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87ABC9A-6B36-D8C1-24BC-0D14466A1D06}"/>
              </a:ext>
            </a:extLst>
          </p:cNvPr>
          <p:cNvSpPr txBox="1"/>
          <p:nvPr/>
        </p:nvSpPr>
        <p:spPr>
          <a:xfrm>
            <a:off x="5376837" y="451680"/>
            <a:ext cx="2954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ファイアウォール 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ルータ 等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0FD86B0-706F-AA21-4D0D-98A310F2B184}"/>
              </a:ext>
            </a:extLst>
          </p:cNvPr>
          <p:cNvSpPr txBox="1"/>
          <p:nvPr/>
        </p:nvSpPr>
        <p:spPr>
          <a:xfrm>
            <a:off x="9722537" y="1396947"/>
            <a:ext cx="160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10.0.10.10/24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14FEF7FE-45E3-AC85-BE8C-91118270CCF3}"/>
              </a:ext>
            </a:extLst>
          </p:cNvPr>
          <p:cNvSpPr/>
          <p:nvPr/>
        </p:nvSpPr>
        <p:spPr>
          <a:xfrm rot="2387926" flipV="1">
            <a:off x="7076128" y="1937291"/>
            <a:ext cx="2098761" cy="5218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9" name="図 38" descr="図形, 四角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4A7A010-C5B3-0EB2-7C5E-ADD2882D38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557" y="711160"/>
            <a:ext cx="1712582" cy="753252"/>
          </a:xfrm>
          <a:prstGeom prst="rect">
            <a:avLst/>
          </a:prstGeom>
        </p:spPr>
      </p:pic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706DAAB8-54AE-4DB3-00F7-B181BFEEAF6C}"/>
              </a:ext>
            </a:extLst>
          </p:cNvPr>
          <p:cNvCxnSpPr>
            <a:cxnSpLocks/>
          </p:cNvCxnSpPr>
          <p:nvPr/>
        </p:nvCxnSpPr>
        <p:spPr>
          <a:xfrm>
            <a:off x="8906166" y="2277718"/>
            <a:ext cx="0" cy="65920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3F476D5-E251-5554-6DF5-E399DD90B3A8}"/>
              </a:ext>
            </a:extLst>
          </p:cNvPr>
          <p:cNvSpPr/>
          <p:nvPr/>
        </p:nvSpPr>
        <p:spPr>
          <a:xfrm>
            <a:off x="8868070" y="2200408"/>
            <a:ext cx="76191" cy="773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2117FF34-CBF0-B65E-BF2E-8ED46A10E903}"/>
              </a:ext>
            </a:extLst>
          </p:cNvPr>
          <p:cNvSpPr/>
          <p:nvPr/>
        </p:nvSpPr>
        <p:spPr>
          <a:xfrm>
            <a:off x="8868070" y="2931676"/>
            <a:ext cx="76191" cy="773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2CD8D99F-48F7-AA0F-2A9E-18D884F779EF}"/>
              </a:ext>
            </a:extLst>
          </p:cNvPr>
          <p:cNvSpPr/>
          <p:nvPr/>
        </p:nvSpPr>
        <p:spPr>
          <a:xfrm>
            <a:off x="8906166" y="2652544"/>
            <a:ext cx="1106932" cy="500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 descr="図形, アイコン, 四角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82C947B-27C8-0A14-19B5-C762C2A78E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53" y="2229567"/>
            <a:ext cx="781404" cy="568042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36D91FE-82C4-1FB8-FDCE-FE7CD920108B}"/>
              </a:ext>
            </a:extLst>
          </p:cNvPr>
          <p:cNvSpPr txBox="1"/>
          <p:nvPr/>
        </p:nvSpPr>
        <p:spPr>
          <a:xfrm>
            <a:off x="10081606" y="1960135"/>
            <a:ext cx="1074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端末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1114696-20E9-E287-20CF-E19F666D3376}"/>
              </a:ext>
            </a:extLst>
          </p:cNvPr>
          <p:cNvSpPr txBox="1"/>
          <p:nvPr/>
        </p:nvSpPr>
        <p:spPr>
          <a:xfrm>
            <a:off x="9603370" y="2894593"/>
            <a:ext cx="160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172.16.10.10/24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BEC964BE-4D0E-8941-B960-D041A2A720E2}"/>
              </a:ext>
            </a:extLst>
          </p:cNvPr>
          <p:cNvCxnSpPr>
            <a:cxnSpLocks/>
          </p:cNvCxnSpPr>
          <p:nvPr/>
        </p:nvCxnSpPr>
        <p:spPr>
          <a:xfrm>
            <a:off x="8906166" y="845312"/>
            <a:ext cx="0" cy="65920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0E833330-5CC8-4A3D-3AA2-5754CC1AC422}"/>
              </a:ext>
            </a:extLst>
          </p:cNvPr>
          <p:cNvSpPr/>
          <p:nvPr/>
        </p:nvSpPr>
        <p:spPr>
          <a:xfrm>
            <a:off x="8868070" y="768002"/>
            <a:ext cx="76191" cy="773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3A37CD4E-687E-C044-DC84-9DE0A8C2FAC1}"/>
              </a:ext>
            </a:extLst>
          </p:cNvPr>
          <p:cNvSpPr/>
          <p:nvPr/>
        </p:nvSpPr>
        <p:spPr>
          <a:xfrm>
            <a:off x="8868070" y="1499270"/>
            <a:ext cx="76191" cy="773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8D558D32-7634-E91C-E1EE-FA30B99557F6}"/>
              </a:ext>
            </a:extLst>
          </p:cNvPr>
          <p:cNvSpPr txBox="1"/>
          <p:nvPr/>
        </p:nvSpPr>
        <p:spPr>
          <a:xfrm>
            <a:off x="8313552" y="1953441"/>
            <a:ext cx="160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172.16.10.0/24</a:t>
            </a:r>
            <a:endParaRPr kumimoji="1" lang="ja-JP" altLang="en-US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A18B67DD-CD76-4A06-C94F-0BFE73AC2252}"/>
              </a:ext>
            </a:extLst>
          </p:cNvPr>
          <p:cNvSpPr txBox="1"/>
          <p:nvPr/>
        </p:nvSpPr>
        <p:spPr>
          <a:xfrm>
            <a:off x="8338364" y="1790905"/>
            <a:ext cx="1384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拠点</a:t>
            </a:r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Network B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CAB520D-1C29-5DCE-5A8A-7F00D50E3C99}"/>
              </a:ext>
            </a:extLst>
          </p:cNvPr>
          <p:cNvGrpSpPr/>
          <p:nvPr/>
        </p:nvGrpSpPr>
        <p:grpSpPr>
          <a:xfrm>
            <a:off x="356813" y="3829051"/>
            <a:ext cx="10936379" cy="2808125"/>
            <a:chOff x="366330" y="3716007"/>
            <a:chExt cx="10936379" cy="2808125"/>
          </a:xfrm>
        </p:grpSpPr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A537C18D-C4F6-634A-0A6E-2A2164FF4DE6}"/>
                </a:ext>
              </a:extLst>
            </p:cNvPr>
            <p:cNvSpPr/>
            <p:nvPr/>
          </p:nvSpPr>
          <p:spPr>
            <a:xfrm flipV="1">
              <a:off x="1677356" y="5220808"/>
              <a:ext cx="1589868" cy="45719"/>
            </a:xfrm>
            <a:prstGeom prst="rect">
              <a:avLst/>
            </a:prstGeom>
            <a:solidFill>
              <a:srgbClr val="2322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036B91B6-06C1-781E-C61A-A5A4E70C26E9}"/>
                </a:ext>
              </a:extLst>
            </p:cNvPr>
            <p:cNvSpPr/>
            <p:nvPr/>
          </p:nvSpPr>
          <p:spPr>
            <a:xfrm>
              <a:off x="8914476" y="4517119"/>
              <a:ext cx="1136993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0" name="図 69" descr="図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E4F8ED94-71CF-E7D0-353E-ADCD03735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4014" y="4978885"/>
              <a:ext cx="357451" cy="495998"/>
            </a:xfrm>
            <a:prstGeom prst="rect">
              <a:avLst/>
            </a:prstGeom>
          </p:spPr>
        </p:pic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64BDA1CA-6E76-0502-70F3-0B4B8967C14F}"/>
                </a:ext>
              </a:extLst>
            </p:cNvPr>
            <p:cNvSpPr txBox="1"/>
            <p:nvPr/>
          </p:nvSpPr>
          <p:spPr>
            <a:xfrm>
              <a:off x="4172380" y="5370489"/>
              <a:ext cx="1604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          LAN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※2</a:t>
              </a:r>
              <a:endPara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100.65.21.1/26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024305F3-3B5E-70BF-0FC9-A1114C1A9FCF}"/>
                </a:ext>
              </a:extLst>
            </p:cNvPr>
            <p:cNvSpPr txBox="1"/>
            <p:nvPr/>
          </p:nvSpPr>
          <p:spPr>
            <a:xfrm>
              <a:off x="2541465" y="5407418"/>
              <a:ext cx="7151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※1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4A58287A-5FA2-F609-5062-1139A6886AFF}"/>
                </a:ext>
              </a:extLst>
            </p:cNvPr>
            <p:cNvSpPr txBox="1"/>
            <p:nvPr/>
          </p:nvSpPr>
          <p:spPr>
            <a:xfrm>
              <a:off x="9868603" y="3807799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Web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サーバ</a:t>
              </a:r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479F756C-7456-91ED-96B2-0C80F4818794}"/>
                </a:ext>
              </a:extLst>
            </p:cNvPr>
            <p:cNvSpPr txBox="1"/>
            <p:nvPr/>
          </p:nvSpPr>
          <p:spPr>
            <a:xfrm>
              <a:off x="8331334" y="3888034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10.0.10.0/24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0686460D-36C0-CF05-882A-C8AF56199D16}"/>
                </a:ext>
              </a:extLst>
            </p:cNvPr>
            <p:cNvGrpSpPr/>
            <p:nvPr/>
          </p:nvGrpSpPr>
          <p:grpSpPr>
            <a:xfrm>
              <a:off x="366330" y="4627299"/>
              <a:ext cx="1798320" cy="924560"/>
              <a:chOff x="746790" y="759656"/>
              <a:chExt cx="1798320" cy="924560"/>
            </a:xfrm>
          </p:grpSpPr>
          <p:sp>
            <p:nvSpPr>
              <p:cNvPr id="83" name="円: 塗りつぶしなし 82">
                <a:extLst>
                  <a:ext uri="{FF2B5EF4-FFF2-40B4-BE49-F238E27FC236}">
                    <a16:creationId xmlns:a16="http://schemas.microsoft.com/office/drawing/2014/main" id="{3B3A52C8-BDA1-5791-E00C-6839FE4853F4}"/>
                  </a:ext>
                </a:extLst>
              </p:cNvPr>
              <p:cNvSpPr/>
              <p:nvPr/>
            </p:nvSpPr>
            <p:spPr>
              <a:xfrm>
                <a:off x="1178977" y="759656"/>
                <a:ext cx="939800" cy="924560"/>
              </a:xfrm>
              <a:prstGeom prst="donut">
                <a:avLst>
                  <a:gd name="adj" fmla="val 11545"/>
                </a:avLst>
              </a:prstGeom>
              <a:solidFill>
                <a:srgbClr val="2322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1215331B-B9DA-D1F8-9A65-3982F45D1D3C}"/>
                  </a:ext>
                </a:extLst>
              </p:cNvPr>
              <p:cNvSpPr txBox="1"/>
              <p:nvPr/>
            </p:nvSpPr>
            <p:spPr>
              <a:xfrm>
                <a:off x="746790" y="980148"/>
                <a:ext cx="179832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WCI</a:t>
                </a:r>
              </a:p>
              <a:p>
                <a:pPr algn="ctr"/>
                <a:r>
                  <a:rPr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Network</a:t>
                </a:r>
                <a:endParaRPr kumimoji="1" lang="ja-JP" altLang="en-US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55A54750-D9C1-B8AA-69A9-B6FCBED36D99}"/>
                </a:ext>
              </a:extLst>
            </p:cNvPr>
            <p:cNvSpPr txBox="1"/>
            <p:nvPr/>
          </p:nvSpPr>
          <p:spPr>
            <a:xfrm>
              <a:off x="2121254" y="4686017"/>
              <a:ext cx="586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ONU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3525A3B0-D5B9-C7DB-9685-4A3E7C99C6AA}"/>
                </a:ext>
              </a:extLst>
            </p:cNvPr>
            <p:cNvSpPr txBox="1"/>
            <p:nvPr/>
          </p:nvSpPr>
          <p:spPr>
            <a:xfrm>
              <a:off x="3900353" y="4400573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WCI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ルータ</a:t>
              </a:r>
            </a:p>
          </p:txBody>
        </p:sp>
        <p:grpSp>
          <p:nvGrpSpPr>
            <p:cNvPr id="87" name="グループ化 86">
              <a:extLst>
                <a:ext uri="{FF2B5EF4-FFF2-40B4-BE49-F238E27FC236}">
                  <a16:creationId xmlns:a16="http://schemas.microsoft.com/office/drawing/2014/main" id="{467AA388-7D4E-48E6-737E-D50C80F2A0B2}"/>
                </a:ext>
              </a:extLst>
            </p:cNvPr>
            <p:cNvGrpSpPr/>
            <p:nvPr/>
          </p:nvGrpSpPr>
          <p:grpSpPr>
            <a:xfrm>
              <a:off x="10028858" y="4085673"/>
              <a:ext cx="586442" cy="739140"/>
              <a:chOff x="3761948" y="4587240"/>
              <a:chExt cx="622544" cy="800100"/>
            </a:xfrm>
          </p:grpSpPr>
          <p:sp>
            <p:nvSpPr>
              <p:cNvPr id="88" name="円柱 87">
                <a:extLst>
                  <a:ext uri="{FF2B5EF4-FFF2-40B4-BE49-F238E27FC236}">
                    <a16:creationId xmlns:a16="http://schemas.microsoft.com/office/drawing/2014/main" id="{37FEF293-200D-80A2-7630-CD03912563AD}"/>
                  </a:ext>
                </a:extLst>
              </p:cNvPr>
              <p:cNvSpPr/>
              <p:nvPr/>
            </p:nvSpPr>
            <p:spPr>
              <a:xfrm>
                <a:off x="3761948" y="4587240"/>
                <a:ext cx="622544" cy="800100"/>
              </a:xfrm>
              <a:prstGeom prst="can">
                <a:avLst>
                  <a:gd name="adj" fmla="val 27448"/>
                </a:avLst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9" name="グラフィックス 88" descr="ドキュメント 枠線">
                <a:extLst>
                  <a:ext uri="{FF2B5EF4-FFF2-40B4-BE49-F238E27FC236}">
                    <a16:creationId xmlns:a16="http://schemas.microsoft.com/office/drawing/2014/main" id="{638B8F5E-B7AA-E0A6-846B-05A402904E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857776" y="4857392"/>
                <a:ext cx="430888" cy="430888"/>
              </a:xfrm>
              <a:prstGeom prst="rect">
                <a:avLst/>
              </a:prstGeom>
            </p:spPr>
          </p:pic>
        </p:grpSp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614A5B95-94EF-0261-6476-AF7244FD3729}"/>
                </a:ext>
              </a:extLst>
            </p:cNvPr>
            <p:cNvSpPr txBox="1"/>
            <p:nvPr/>
          </p:nvSpPr>
          <p:spPr>
            <a:xfrm>
              <a:off x="9171514" y="4220805"/>
              <a:ext cx="14382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443/tcp</a:t>
              </a:r>
              <a:endPara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E11C9A87-CB99-9A73-DB6E-D9C93758320F}"/>
                </a:ext>
              </a:extLst>
            </p:cNvPr>
            <p:cNvSpPr txBox="1"/>
            <p:nvPr/>
          </p:nvSpPr>
          <p:spPr>
            <a:xfrm>
              <a:off x="8313552" y="3716007"/>
              <a:ext cx="13841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 A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3" name="テキスト ボックス 92">
              <a:extLst>
                <a:ext uri="{FF2B5EF4-FFF2-40B4-BE49-F238E27FC236}">
                  <a16:creationId xmlns:a16="http://schemas.microsoft.com/office/drawing/2014/main" id="{9CC052CA-B7B3-2AB0-12C1-779FF4E484D4}"/>
                </a:ext>
              </a:extLst>
            </p:cNvPr>
            <p:cNvSpPr txBox="1"/>
            <p:nvPr/>
          </p:nvSpPr>
          <p:spPr>
            <a:xfrm>
              <a:off x="5640682" y="5379078"/>
              <a:ext cx="1604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b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100.65.21.2/26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19BB2935-CED2-5370-372D-453A85E92E41}"/>
                </a:ext>
              </a:extLst>
            </p:cNvPr>
            <p:cNvSpPr txBox="1"/>
            <p:nvPr/>
          </p:nvSpPr>
          <p:spPr>
            <a:xfrm>
              <a:off x="5485739" y="4462151"/>
              <a:ext cx="2954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ファイアウォール 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/</a:t>
              </a:r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ルータ 等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95" name="テキスト ボックス 94">
              <a:extLst>
                <a:ext uri="{FF2B5EF4-FFF2-40B4-BE49-F238E27FC236}">
                  <a16:creationId xmlns:a16="http://schemas.microsoft.com/office/drawing/2014/main" id="{1177E86C-14A3-1A9B-C0A2-25657F207632}"/>
                </a:ext>
              </a:extLst>
            </p:cNvPr>
            <p:cNvSpPr txBox="1"/>
            <p:nvPr/>
          </p:nvSpPr>
          <p:spPr>
            <a:xfrm>
              <a:off x="9697725" y="4873542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10.0.10.10/24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395B3366-E572-6F07-A43F-04C581411B79}"/>
                </a:ext>
              </a:extLst>
            </p:cNvPr>
            <p:cNvCxnSpPr>
              <a:cxnSpLocks/>
            </p:cNvCxnSpPr>
            <p:nvPr/>
          </p:nvCxnSpPr>
          <p:spPr>
            <a:xfrm>
              <a:off x="8906166" y="5645647"/>
              <a:ext cx="0" cy="65920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6B65434D-A7FE-D0F5-F2A5-70887CFCC749}"/>
                </a:ext>
              </a:extLst>
            </p:cNvPr>
            <p:cNvSpPr/>
            <p:nvPr/>
          </p:nvSpPr>
          <p:spPr>
            <a:xfrm>
              <a:off x="8868070" y="5568337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925ECA13-06B3-767D-3FC3-7339CF309B07}"/>
                </a:ext>
              </a:extLst>
            </p:cNvPr>
            <p:cNvSpPr/>
            <p:nvPr/>
          </p:nvSpPr>
          <p:spPr>
            <a:xfrm>
              <a:off x="8868070" y="6299605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2A005D97-AD92-C073-0B9B-BAD72070CE62}"/>
                </a:ext>
              </a:extLst>
            </p:cNvPr>
            <p:cNvSpPr/>
            <p:nvPr/>
          </p:nvSpPr>
          <p:spPr>
            <a:xfrm>
              <a:off x="8914476" y="5922602"/>
              <a:ext cx="1106932" cy="5002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2" name="図 101" descr="図形, アイコン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D4BB7CE2-D88D-7D75-1842-BB51B029E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9853" y="5597496"/>
              <a:ext cx="781404" cy="568042"/>
            </a:xfrm>
            <a:prstGeom prst="rect">
              <a:avLst/>
            </a:prstGeom>
          </p:spPr>
        </p:pic>
        <p:sp>
          <p:nvSpPr>
            <p:cNvPr id="103" name="テキスト ボックス 102">
              <a:extLst>
                <a:ext uri="{FF2B5EF4-FFF2-40B4-BE49-F238E27FC236}">
                  <a16:creationId xmlns:a16="http://schemas.microsoft.com/office/drawing/2014/main" id="{7A57AFE9-1967-BA75-010D-4A379D7A9A2A}"/>
                </a:ext>
              </a:extLst>
            </p:cNvPr>
            <p:cNvSpPr txBox="1"/>
            <p:nvPr/>
          </p:nvSpPr>
          <p:spPr>
            <a:xfrm>
              <a:off x="10081606" y="5328064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端末</a:t>
              </a:r>
            </a:p>
          </p:txBody>
        </p: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F7A62968-1CC4-CC9C-C4C8-7D3ED247F067}"/>
                </a:ext>
              </a:extLst>
            </p:cNvPr>
            <p:cNvSpPr txBox="1"/>
            <p:nvPr/>
          </p:nvSpPr>
          <p:spPr>
            <a:xfrm>
              <a:off x="9603370" y="6262522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172.16.10.10/24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E75431E1-8798-E9B2-95B5-D66095DA3336}"/>
                </a:ext>
              </a:extLst>
            </p:cNvPr>
            <p:cNvCxnSpPr>
              <a:cxnSpLocks/>
            </p:cNvCxnSpPr>
            <p:nvPr/>
          </p:nvCxnSpPr>
          <p:spPr>
            <a:xfrm>
              <a:off x="8906166" y="4213241"/>
              <a:ext cx="0" cy="65920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76D2ED88-4940-1E08-51A9-D206CB5E60BF}"/>
                </a:ext>
              </a:extLst>
            </p:cNvPr>
            <p:cNvSpPr/>
            <p:nvPr/>
          </p:nvSpPr>
          <p:spPr>
            <a:xfrm>
              <a:off x="8868070" y="4135931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2CAE22EB-CF75-D87B-ABEC-13F3F3F7CD2B}"/>
                </a:ext>
              </a:extLst>
            </p:cNvPr>
            <p:cNvSpPr/>
            <p:nvPr/>
          </p:nvSpPr>
          <p:spPr>
            <a:xfrm>
              <a:off x="8868070" y="4867199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5B6DB320-25B6-AAC3-813F-CB94C4CD98DF}"/>
                </a:ext>
              </a:extLst>
            </p:cNvPr>
            <p:cNvSpPr txBox="1"/>
            <p:nvPr/>
          </p:nvSpPr>
          <p:spPr>
            <a:xfrm>
              <a:off x="8313552" y="5321370"/>
              <a:ext cx="16049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172.16.10.0/24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09" name="テキスト ボックス 108">
              <a:extLst>
                <a:ext uri="{FF2B5EF4-FFF2-40B4-BE49-F238E27FC236}">
                  <a16:creationId xmlns:a16="http://schemas.microsoft.com/office/drawing/2014/main" id="{C2CCA971-27C6-3CCF-A8E2-C1ED4E7851B2}"/>
                </a:ext>
              </a:extLst>
            </p:cNvPr>
            <p:cNvSpPr txBox="1"/>
            <p:nvPr/>
          </p:nvSpPr>
          <p:spPr>
            <a:xfrm>
              <a:off x="8338364" y="5158834"/>
              <a:ext cx="13841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 B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33D13E13-1A3B-E970-40FB-A7102DBBD76D}"/>
                </a:ext>
              </a:extLst>
            </p:cNvPr>
            <p:cNvSpPr/>
            <p:nvPr/>
          </p:nvSpPr>
          <p:spPr>
            <a:xfrm>
              <a:off x="4774300" y="5227493"/>
              <a:ext cx="2210604" cy="5311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2" name="図 71" descr="挿絵 が含まれている画像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0BDA4985-D654-567E-7DA3-DEA1670D7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940" y="4615064"/>
              <a:ext cx="2006158" cy="881158"/>
            </a:xfrm>
            <a:prstGeom prst="rect">
              <a:avLst/>
            </a:prstGeom>
          </p:spPr>
        </p:pic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72B04D29-1183-070F-9207-C7218A5D6B2B}"/>
                </a:ext>
              </a:extLst>
            </p:cNvPr>
            <p:cNvSpPr/>
            <p:nvPr/>
          </p:nvSpPr>
          <p:spPr>
            <a:xfrm rot="19923405">
              <a:off x="7194047" y="4942152"/>
              <a:ext cx="1825443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4FBAD5E9-4A20-CA82-4CC9-5C8A74483ABF}"/>
                </a:ext>
              </a:extLst>
            </p:cNvPr>
            <p:cNvSpPr/>
            <p:nvPr/>
          </p:nvSpPr>
          <p:spPr>
            <a:xfrm rot="1540900">
              <a:off x="6801551" y="5464162"/>
              <a:ext cx="2210604" cy="5311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7" name="図 96" descr="図形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D8614EAA-DD18-F799-46A5-31FE96E26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0459" y="4721631"/>
              <a:ext cx="1712582" cy="753252"/>
            </a:xfrm>
            <a:prstGeom prst="rect">
              <a:avLst/>
            </a:prstGeom>
          </p:spPr>
        </p:pic>
        <p:sp>
          <p:nvSpPr>
            <p:cNvPr id="113" name="フリーフォーム: 図形 112">
              <a:extLst>
                <a:ext uri="{FF2B5EF4-FFF2-40B4-BE49-F238E27FC236}">
                  <a16:creationId xmlns:a16="http://schemas.microsoft.com/office/drawing/2014/main" id="{0025196A-D6A4-B328-9F55-3A68826F4275}"/>
                </a:ext>
              </a:extLst>
            </p:cNvPr>
            <p:cNvSpPr/>
            <p:nvPr/>
          </p:nvSpPr>
          <p:spPr>
            <a:xfrm>
              <a:off x="1200739" y="4203679"/>
              <a:ext cx="8717797" cy="411385"/>
            </a:xfrm>
            <a:custGeom>
              <a:avLst/>
              <a:gdLst>
                <a:gd name="connsiteX0" fmla="*/ 0 w 8717797"/>
                <a:gd name="connsiteY0" fmla="*/ 333894 h 411385"/>
                <a:gd name="connsiteX1" fmla="*/ 4331777 w 8717797"/>
                <a:gd name="connsiteY1" fmla="*/ 680 h 411385"/>
                <a:gd name="connsiteX2" fmla="*/ 8717797 w 8717797"/>
                <a:gd name="connsiteY2" fmla="*/ 411385 h 411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17797" h="411385">
                  <a:moveTo>
                    <a:pt x="0" y="333894"/>
                  </a:moveTo>
                  <a:cubicBezTo>
                    <a:pt x="1439405" y="160829"/>
                    <a:pt x="2878811" y="-12235"/>
                    <a:pt x="4331777" y="680"/>
                  </a:cubicBezTo>
                  <a:cubicBezTo>
                    <a:pt x="5784743" y="13595"/>
                    <a:pt x="7251270" y="212490"/>
                    <a:pt x="8717797" y="41138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0500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F5538ED8-8CF0-A6CB-BF44-26C45876BBD7}"/>
              </a:ext>
            </a:extLst>
          </p:cNvPr>
          <p:cNvGrpSpPr/>
          <p:nvPr/>
        </p:nvGrpSpPr>
        <p:grpSpPr>
          <a:xfrm>
            <a:off x="325816" y="946878"/>
            <a:ext cx="11410520" cy="3364521"/>
            <a:chOff x="325816" y="946878"/>
            <a:chExt cx="11410520" cy="336452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7C2D301C-AF3E-B3ED-9CBF-DD1AA2477BB1}"/>
                </a:ext>
              </a:extLst>
            </p:cNvPr>
            <p:cNvSpPr/>
            <p:nvPr/>
          </p:nvSpPr>
          <p:spPr>
            <a:xfrm flipV="1">
              <a:off x="1636842" y="2637147"/>
              <a:ext cx="1589868" cy="45719"/>
            </a:xfrm>
            <a:prstGeom prst="rect">
              <a:avLst/>
            </a:prstGeom>
            <a:solidFill>
              <a:srgbClr val="2322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E572B32-74FD-3242-82EE-F270A301400F}"/>
                </a:ext>
              </a:extLst>
            </p:cNvPr>
            <p:cNvSpPr/>
            <p:nvPr/>
          </p:nvSpPr>
          <p:spPr>
            <a:xfrm>
              <a:off x="8873962" y="1933458"/>
              <a:ext cx="1136993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図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CFDC2F0C-60AB-170E-4B57-F0E56743E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3500" y="2395224"/>
              <a:ext cx="357451" cy="495998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1CDA21F-8E03-1B49-CC8C-C781E236B554}"/>
                </a:ext>
              </a:extLst>
            </p:cNvPr>
            <p:cNvSpPr txBox="1"/>
            <p:nvPr/>
          </p:nvSpPr>
          <p:spPr>
            <a:xfrm>
              <a:off x="4131866" y="2786828"/>
              <a:ext cx="1604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          LAN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※2</a:t>
              </a:r>
              <a:endPara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100.65.21.1/26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B649D3B-1703-5853-B056-9A966A7B2612}"/>
                </a:ext>
              </a:extLst>
            </p:cNvPr>
            <p:cNvSpPr txBox="1"/>
            <p:nvPr/>
          </p:nvSpPr>
          <p:spPr>
            <a:xfrm>
              <a:off x="2500951" y="2823757"/>
              <a:ext cx="7151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r>
                <a:rPr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※1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C6A8501C-C1B7-992B-FC44-332F4951B4B7}"/>
                </a:ext>
              </a:extLst>
            </p:cNvPr>
            <p:cNvSpPr txBox="1"/>
            <p:nvPr/>
          </p:nvSpPr>
          <p:spPr>
            <a:xfrm>
              <a:off x="9828089" y="1224138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Web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サーバ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7467D20-AFCD-67D1-9CFA-61E4597EBEF6}"/>
                </a:ext>
              </a:extLst>
            </p:cNvPr>
            <p:cNvSpPr txBox="1"/>
            <p:nvPr/>
          </p:nvSpPr>
          <p:spPr>
            <a:xfrm>
              <a:off x="7632300" y="946878"/>
              <a:ext cx="240879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 A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fdad:6bb6:54bc:201::/64</a:t>
              </a:r>
            </a:p>
            <a:p>
              <a:pPr algn="ct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10.0.10.0/24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63122FFD-88D3-0136-E900-90CD91D2E5A7}"/>
                </a:ext>
              </a:extLst>
            </p:cNvPr>
            <p:cNvGrpSpPr/>
            <p:nvPr/>
          </p:nvGrpSpPr>
          <p:grpSpPr>
            <a:xfrm>
              <a:off x="325816" y="2043638"/>
              <a:ext cx="1798320" cy="924560"/>
              <a:chOff x="746790" y="759656"/>
              <a:chExt cx="1798320" cy="924560"/>
            </a:xfrm>
          </p:grpSpPr>
          <p:sp>
            <p:nvSpPr>
              <p:cNvPr id="39" name="円: 塗りつぶしなし 38">
                <a:extLst>
                  <a:ext uri="{FF2B5EF4-FFF2-40B4-BE49-F238E27FC236}">
                    <a16:creationId xmlns:a16="http://schemas.microsoft.com/office/drawing/2014/main" id="{7C53456D-EFF0-7E40-5FDE-2F19BCCE7DDB}"/>
                  </a:ext>
                </a:extLst>
              </p:cNvPr>
              <p:cNvSpPr/>
              <p:nvPr/>
            </p:nvSpPr>
            <p:spPr>
              <a:xfrm>
                <a:off x="1178977" y="759656"/>
                <a:ext cx="939800" cy="924560"/>
              </a:xfrm>
              <a:prstGeom prst="donut">
                <a:avLst>
                  <a:gd name="adj" fmla="val 11545"/>
                </a:avLst>
              </a:prstGeom>
              <a:solidFill>
                <a:srgbClr val="2322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BE299228-4286-AB61-88B4-12F973462AC5}"/>
                  </a:ext>
                </a:extLst>
              </p:cNvPr>
              <p:cNvSpPr txBox="1"/>
              <p:nvPr/>
            </p:nvSpPr>
            <p:spPr>
              <a:xfrm>
                <a:off x="746790" y="980148"/>
                <a:ext cx="179832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WCI</a:t>
                </a:r>
              </a:p>
              <a:p>
                <a:pPr algn="ctr"/>
                <a:r>
                  <a:rPr lang="en-US" altLang="ja-JP" sz="105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Network</a:t>
                </a:r>
                <a:endParaRPr kumimoji="1" lang="ja-JP" altLang="en-US" sz="105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25BDD09-A494-C4CB-6253-D7ED181667E7}"/>
                </a:ext>
              </a:extLst>
            </p:cNvPr>
            <p:cNvSpPr txBox="1"/>
            <p:nvPr/>
          </p:nvSpPr>
          <p:spPr>
            <a:xfrm>
              <a:off x="2080740" y="2102356"/>
              <a:ext cx="586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ONU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55D22EB-67A1-EC63-F7FA-B22D03B9D924}"/>
                </a:ext>
              </a:extLst>
            </p:cNvPr>
            <p:cNvSpPr txBox="1"/>
            <p:nvPr/>
          </p:nvSpPr>
          <p:spPr>
            <a:xfrm>
              <a:off x="3859839" y="1816912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WCI</a:t>
              </a:r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ルータ</a:t>
              </a:r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5E70552B-A759-117E-E212-85934086F9E5}"/>
                </a:ext>
              </a:extLst>
            </p:cNvPr>
            <p:cNvGrpSpPr/>
            <p:nvPr/>
          </p:nvGrpSpPr>
          <p:grpSpPr>
            <a:xfrm>
              <a:off x="9988344" y="1502012"/>
              <a:ext cx="586442" cy="739140"/>
              <a:chOff x="3761948" y="4587240"/>
              <a:chExt cx="622544" cy="800100"/>
            </a:xfrm>
          </p:grpSpPr>
          <p:sp>
            <p:nvSpPr>
              <p:cNvPr id="37" name="円柱 36">
                <a:extLst>
                  <a:ext uri="{FF2B5EF4-FFF2-40B4-BE49-F238E27FC236}">
                    <a16:creationId xmlns:a16="http://schemas.microsoft.com/office/drawing/2014/main" id="{34A642CF-62CA-EDD9-8A77-34836BE2F5B7}"/>
                  </a:ext>
                </a:extLst>
              </p:cNvPr>
              <p:cNvSpPr/>
              <p:nvPr/>
            </p:nvSpPr>
            <p:spPr>
              <a:xfrm>
                <a:off x="3761948" y="4587240"/>
                <a:ext cx="622544" cy="800100"/>
              </a:xfrm>
              <a:prstGeom prst="can">
                <a:avLst>
                  <a:gd name="adj" fmla="val 27448"/>
                </a:avLst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8" name="グラフィックス 37" descr="ドキュメント 枠線">
                <a:extLst>
                  <a:ext uri="{FF2B5EF4-FFF2-40B4-BE49-F238E27FC236}">
                    <a16:creationId xmlns:a16="http://schemas.microsoft.com/office/drawing/2014/main" id="{596EC425-E2CA-FF1D-DE65-BBCE3DDBE2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57776" y="4857392"/>
                <a:ext cx="430888" cy="430888"/>
              </a:xfrm>
              <a:prstGeom prst="rect">
                <a:avLst/>
              </a:prstGeom>
            </p:spPr>
          </p:pic>
        </p:grp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A1056E7-1D49-795F-A821-4244EEE90509}"/>
                </a:ext>
              </a:extLst>
            </p:cNvPr>
            <p:cNvSpPr txBox="1"/>
            <p:nvPr/>
          </p:nvSpPr>
          <p:spPr>
            <a:xfrm>
              <a:off x="9131000" y="1637144"/>
              <a:ext cx="14382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443/tcp</a:t>
              </a:r>
              <a:endPara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5CDCE08E-155A-5A36-3A1A-86350C5F7F49}"/>
                </a:ext>
              </a:extLst>
            </p:cNvPr>
            <p:cNvSpPr txBox="1"/>
            <p:nvPr/>
          </p:nvSpPr>
          <p:spPr>
            <a:xfrm>
              <a:off x="5600168" y="2795417"/>
              <a:ext cx="1604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WAN</a:t>
              </a:r>
              <a:b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100.65.21.2/26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DFD235CF-4B16-BB55-4C35-E30D954B31F3}"/>
                </a:ext>
              </a:extLst>
            </p:cNvPr>
            <p:cNvSpPr txBox="1"/>
            <p:nvPr/>
          </p:nvSpPr>
          <p:spPr>
            <a:xfrm>
              <a:off x="5445225" y="1878490"/>
              <a:ext cx="2954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ファイアウォール 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/</a:t>
              </a:r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ルータ 等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CE49B1C0-B9E9-A893-F83F-11079C36CF84}"/>
                </a:ext>
              </a:extLst>
            </p:cNvPr>
            <p:cNvSpPr txBox="1"/>
            <p:nvPr/>
          </p:nvSpPr>
          <p:spPr>
            <a:xfrm>
              <a:off x="8903747" y="2298013"/>
              <a:ext cx="283258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fdad:6bb6:54bc:201:x:x:x:x/64</a:t>
              </a:r>
            </a:p>
            <a:p>
              <a:pPr algn="ct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10.0.10.10/24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0F64033C-4021-9FA5-ABCE-9A97AC8726B6}"/>
                </a:ext>
              </a:extLst>
            </p:cNvPr>
            <p:cNvCxnSpPr>
              <a:cxnSpLocks/>
            </p:cNvCxnSpPr>
            <p:nvPr/>
          </p:nvCxnSpPr>
          <p:spPr>
            <a:xfrm>
              <a:off x="8865652" y="3309706"/>
              <a:ext cx="0" cy="65920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8289A8B9-DF34-B945-3A23-F99CB6B7690F}"/>
                </a:ext>
              </a:extLst>
            </p:cNvPr>
            <p:cNvSpPr/>
            <p:nvPr/>
          </p:nvSpPr>
          <p:spPr>
            <a:xfrm>
              <a:off x="8827556" y="3232396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772FC38-3E5E-2B47-F2A8-97FC1DCCAE83}"/>
                </a:ext>
              </a:extLst>
            </p:cNvPr>
            <p:cNvSpPr/>
            <p:nvPr/>
          </p:nvSpPr>
          <p:spPr>
            <a:xfrm>
              <a:off x="8827556" y="3963664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37993DA-53E7-5D93-55E1-BD9D818E1664}"/>
                </a:ext>
              </a:extLst>
            </p:cNvPr>
            <p:cNvSpPr/>
            <p:nvPr/>
          </p:nvSpPr>
          <p:spPr>
            <a:xfrm>
              <a:off x="8873962" y="3586661"/>
              <a:ext cx="1106932" cy="5002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3" name="図 22" descr="図形, アイコン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F2DD5213-78D1-F518-B839-66B21A063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9339" y="3261555"/>
              <a:ext cx="781404" cy="568042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1F5ED85-B86F-529C-F2CB-6055095C1A94}"/>
                </a:ext>
              </a:extLst>
            </p:cNvPr>
            <p:cNvSpPr txBox="1"/>
            <p:nvPr/>
          </p:nvSpPr>
          <p:spPr>
            <a:xfrm>
              <a:off x="10041092" y="2992123"/>
              <a:ext cx="10745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端末</a:t>
              </a:r>
            </a:p>
          </p:txBody>
        </p: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4AF41713-6D47-A09C-FE38-09DCB5D5DF12}"/>
                </a:ext>
              </a:extLst>
            </p:cNvPr>
            <p:cNvCxnSpPr>
              <a:cxnSpLocks/>
            </p:cNvCxnSpPr>
            <p:nvPr/>
          </p:nvCxnSpPr>
          <p:spPr>
            <a:xfrm>
              <a:off x="8865652" y="1629580"/>
              <a:ext cx="0" cy="65920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3804A8EE-E80F-F632-8B55-82B67A49CD18}"/>
                </a:ext>
              </a:extLst>
            </p:cNvPr>
            <p:cNvSpPr/>
            <p:nvPr/>
          </p:nvSpPr>
          <p:spPr>
            <a:xfrm>
              <a:off x="8827556" y="1552270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77B6C299-ED49-E089-F0BD-9E61A7993E8B}"/>
                </a:ext>
              </a:extLst>
            </p:cNvPr>
            <p:cNvSpPr/>
            <p:nvPr/>
          </p:nvSpPr>
          <p:spPr>
            <a:xfrm>
              <a:off x="8827556" y="2283538"/>
              <a:ext cx="76191" cy="77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5BB8EB40-828A-3D20-2401-F85A8D8E3AAA}"/>
                </a:ext>
              </a:extLst>
            </p:cNvPr>
            <p:cNvSpPr/>
            <p:nvPr/>
          </p:nvSpPr>
          <p:spPr>
            <a:xfrm>
              <a:off x="4733786" y="2643832"/>
              <a:ext cx="2210604" cy="5311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2" name="図 31" descr="挿絵 が含まれている画像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655DC097-D9D5-9C01-CD59-221F8044F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0426" y="2031403"/>
              <a:ext cx="2006158" cy="881158"/>
            </a:xfrm>
            <a:prstGeom prst="rect">
              <a:avLst/>
            </a:prstGeom>
          </p:spPr>
        </p:pic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1EB67C7F-7E21-50DA-C526-520518477653}"/>
                </a:ext>
              </a:extLst>
            </p:cNvPr>
            <p:cNvSpPr/>
            <p:nvPr/>
          </p:nvSpPr>
          <p:spPr>
            <a:xfrm rot="19923405">
              <a:off x="7153533" y="2358491"/>
              <a:ext cx="1825443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59A5C211-6A94-2A69-C2CE-85F47B019FAB}"/>
                </a:ext>
              </a:extLst>
            </p:cNvPr>
            <p:cNvSpPr/>
            <p:nvPr/>
          </p:nvSpPr>
          <p:spPr>
            <a:xfrm rot="1898967">
              <a:off x="6839733" y="3043850"/>
              <a:ext cx="2194757" cy="45719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5" name="図 34" descr="図形, 四角形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7F4A6AB0-DCEA-123F-B328-79140F2D8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945" y="2137970"/>
              <a:ext cx="1712582" cy="753252"/>
            </a:xfrm>
            <a:prstGeom prst="rect">
              <a:avLst/>
            </a:prstGeom>
          </p:spPr>
        </p:pic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62935D0D-F63C-48C9-76A2-8A80A6CDFECE}"/>
                </a:ext>
              </a:extLst>
            </p:cNvPr>
            <p:cNvSpPr/>
            <p:nvPr/>
          </p:nvSpPr>
          <p:spPr>
            <a:xfrm>
              <a:off x="1160225" y="1643498"/>
              <a:ext cx="8717797" cy="411385"/>
            </a:xfrm>
            <a:custGeom>
              <a:avLst/>
              <a:gdLst>
                <a:gd name="connsiteX0" fmla="*/ 0 w 8717797"/>
                <a:gd name="connsiteY0" fmla="*/ 333894 h 411385"/>
                <a:gd name="connsiteX1" fmla="*/ 4331777 w 8717797"/>
                <a:gd name="connsiteY1" fmla="*/ 680 h 411385"/>
                <a:gd name="connsiteX2" fmla="*/ 8717797 w 8717797"/>
                <a:gd name="connsiteY2" fmla="*/ 411385 h 411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17797" h="411385">
                  <a:moveTo>
                    <a:pt x="0" y="333894"/>
                  </a:moveTo>
                  <a:cubicBezTo>
                    <a:pt x="1439405" y="160829"/>
                    <a:pt x="2878811" y="-12235"/>
                    <a:pt x="4331777" y="680"/>
                  </a:cubicBezTo>
                  <a:cubicBezTo>
                    <a:pt x="5784743" y="13595"/>
                    <a:pt x="7251270" y="212490"/>
                    <a:pt x="8717797" y="41138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F266C39A-5B49-3691-1283-5584D89B1583}"/>
                </a:ext>
              </a:extLst>
            </p:cNvPr>
            <p:cNvSpPr txBox="1"/>
            <p:nvPr/>
          </p:nvSpPr>
          <p:spPr>
            <a:xfrm>
              <a:off x="2736118" y="3316375"/>
              <a:ext cx="2247442" cy="6001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DHCPv6-PD Server</a:t>
              </a:r>
            </a:p>
            <a:p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配布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Prefix(</a:t>
              </a:r>
              <a:r>
                <a:rPr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例</a:t>
              </a:r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)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</a:p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fdad:6bb6:54bc:200::/56</a:t>
              </a: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4D8621AE-FE6A-77B8-AD96-97B0A5A92AA7}"/>
                </a:ext>
              </a:extLst>
            </p:cNvPr>
            <p:cNvSpPr txBox="1"/>
            <p:nvPr/>
          </p:nvSpPr>
          <p:spPr>
            <a:xfrm>
              <a:off x="7699351" y="2651976"/>
              <a:ext cx="240879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拠点</a:t>
              </a:r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Network B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fdad:6bb6:54bc:202::/64</a:t>
              </a:r>
            </a:p>
            <a:p>
              <a:pPr algn="ct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172.16.10.0/24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49159610-0A82-418F-232A-FFF1CC435FF3}"/>
                </a:ext>
              </a:extLst>
            </p:cNvPr>
            <p:cNvSpPr txBox="1"/>
            <p:nvPr/>
          </p:nvSpPr>
          <p:spPr>
            <a:xfrm>
              <a:off x="8903747" y="3880512"/>
              <a:ext cx="283258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fdad:6bb6:54bc:202:y:y:y:y/64</a:t>
              </a:r>
            </a:p>
            <a:p>
              <a:pPr algn="ctr"/>
              <a:r>
                <a:rPr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172.16.10.10/24</a:t>
              </a:r>
              <a:endParaRPr kumimoji="1" lang="ja-JP" altLang="en-US" sz="9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48" name="直線矢印コネクタ 47">
              <a:extLst>
                <a:ext uri="{FF2B5EF4-FFF2-40B4-BE49-F238E27FC236}">
                  <a16:creationId xmlns:a16="http://schemas.microsoft.com/office/drawing/2014/main" id="{654B9180-66D5-6DCB-F526-5C240A4A7510}"/>
                </a:ext>
              </a:extLst>
            </p:cNvPr>
            <p:cNvCxnSpPr/>
            <p:nvPr/>
          </p:nvCxnSpPr>
          <p:spPr>
            <a:xfrm flipV="1">
              <a:off x="8021402" y="1942863"/>
              <a:ext cx="555960" cy="3004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A7B1325D-E8C8-67C5-10AD-CD18327599D3}"/>
                </a:ext>
              </a:extLst>
            </p:cNvPr>
            <p:cNvSpPr txBox="1"/>
            <p:nvPr/>
          </p:nvSpPr>
          <p:spPr>
            <a:xfrm rot="20011018">
              <a:off x="8025492" y="1864671"/>
              <a:ext cx="586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RA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F839CE1D-328A-1E26-04F0-E4168615BD5D}"/>
                </a:ext>
              </a:extLst>
            </p:cNvPr>
            <p:cNvCxnSpPr>
              <a:cxnSpLocks/>
            </p:cNvCxnSpPr>
            <p:nvPr/>
          </p:nvCxnSpPr>
          <p:spPr>
            <a:xfrm rot="3484142" flipV="1">
              <a:off x="7784696" y="3326290"/>
              <a:ext cx="555960" cy="3004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FEEBF4F6-8017-4292-EE7D-F14123AFEF9B}"/>
                </a:ext>
              </a:extLst>
            </p:cNvPr>
            <p:cNvSpPr txBox="1"/>
            <p:nvPr/>
          </p:nvSpPr>
          <p:spPr>
            <a:xfrm rot="1895160">
              <a:off x="7833961" y="3288596"/>
              <a:ext cx="6192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RA</a:t>
              </a:r>
              <a:endPara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9164A8C1-E4BE-6DB6-5010-2A2B8FAD8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9002" y="2964243"/>
              <a:ext cx="93218" cy="343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5BE9E46A-93A1-E136-D6C1-8145A24B77BF}"/>
                </a:ext>
              </a:extLst>
            </p:cNvPr>
            <p:cNvSpPr txBox="1"/>
            <p:nvPr/>
          </p:nvSpPr>
          <p:spPr>
            <a:xfrm>
              <a:off x="6078098" y="2282914"/>
              <a:ext cx="1621253" cy="2616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ja-JP" sz="11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DHCPv6-PD Client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127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19675A0-EBD5-D440-5372-4D1DEC59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57" y="734131"/>
            <a:ext cx="7445385" cy="396274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1B791BF-47B3-99B8-0A3E-06B07FCB5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830" y="191829"/>
            <a:ext cx="7506350" cy="62946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4299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771C77B-DA40-7F45-DD0D-20C71AD0B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66" y="-250927"/>
            <a:ext cx="5692141" cy="73598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93B3DCD0-2B4E-53FB-F48A-9A50B2C6F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331314"/>
            <a:ext cx="5349958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8293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670580C-E521-343A-9520-2CBE2CE70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93" y="171795"/>
            <a:ext cx="7582557" cy="245385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30B08A04-7DBD-8BB0-1294-8285DF041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469" y="3548157"/>
            <a:ext cx="7895004" cy="26443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14425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0964D71D-5D68-0B00-2987-7D65A13CC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70" y="-131039"/>
            <a:ext cx="7788315" cy="630990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33AF653-7452-9F53-1EC4-6BBC1939F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05" y="679132"/>
            <a:ext cx="10668925" cy="64775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7548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452C58E-954D-48A7-EF63-047C1ABE8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06" y="1409525"/>
            <a:ext cx="8405588" cy="403895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E9B7C62-475B-DD50-D1D8-8E5A50BCE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92" y="1352370"/>
            <a:ext cx="10112616" cy="41532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9726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BB6D8FE-75DC-EB93-AE42-4E92772BD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59" y="225012"/>
            <a:ext cx="8162736" cy="55710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BAAC14A-F335-8B6A-F35B-6B0A0C60A81B}"/>
              </a:ext>
            </a:extLst>
          </p:cNvPr>
          <p:cNvGrpSpPr/>
          <p:nvPr/>
        </p:nvGrpSpPr>
        <p:grpSpPr>
          <a:xfrm>
            <a:off x="4361969" y="1538779"/>
            <a:ext cx="6645216" cy="4663844"/>
            <a:chOff x="4361969" y="1538779"/>
            <a:chExt cx="6645216" cy="4663844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547DB445-752C-C90D-3F12-E00C83249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1969" y="1538779"/>
              <a:ext cx="6645216" cy="466384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6710315-5FAC-7AB8-3650-45E89CBECD16}"/>
                </a:ext>
              </a:extLst>
            </p:cNvPr>
            <p:cNvSpPr/>
            <p:nvPr/>
          </p:nvSpPr>
          <p:spPr>
            <a:xfrm>
              <a:off x="4664990" y="4401519"/>
              <a:ext cx="5184183" cy="4649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8240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3C1FB0E-AA47-4CC1-4DF4-3DE31057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598" y="0"/>
            <a:ext cx="8302804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C97CBD8-681B-602E-B096-6B82B4B2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096" y="906651"/>
            <a:ext cx="7513306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6290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667B1DE-3D58-E5FE-282C-D3A700216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5" y="3602701"/>
            <a:ext cx="5578323" cy="310922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E44311A-1E45-30AE-6B6E-2E7FC3465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485" y="2153840"/>
            <a:ext cx="6690940" cy="270533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46F94C8-7E1D-16DE-848D-38B371211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75" y="336923"/>
            <a:ext cx="5959356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356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AC51BBE-A20A-5E7A-F4E1-5A47A02E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36" y="391101"/>
            <a:ext cx="6690940" cy="344453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635D965-A0A5-9713-B90E-A1B4AA8BAFFE}"/>
              </a:ext>
            </a:extLst>
          </p:cNvPr>
          <p:cNvSpPr/>
          <p:nvPr/>
        </p:nvSpPr>
        <p:spPr>
          <a:xfrm>
            <a:off x="5546690" y="4190163"/>
            <a:ext cx="1678075" cy="261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366703A-BB28-0A91-19DD-CA9B1012B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38" y="3016170"/>
            <a:ext cx="8359864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70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32E2B6E-6A1F-2045-CB3B-BECA58EAC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769" y="982768"/>
            <a:ext cx="5776461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49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DB04DCE-5425-D2D4-E760-F1BF1397C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555" y="2059912"/>
            <a:ext cx="6553789" cy="324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57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053A7D2-DC74-1DA9-F941-A8AC1C412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065" y="1878195"/>
            <a:ext cx="7033870" cy="310160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6A04AC3-BC3A-44A4-CDE1-00C34BBF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065" y="5514459"/>
            <a:ext cx="5723116" cy="173751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C1F50B6-F2A1-F43A-2443-52B3AEC6F7C7}"/>
              </a:ext>
            </a:extLst>
          </p:cNvPr>
          <p:cNvSpPr txBox="1"/>
          <p:nvPr/>
        </p:nvSpPr>
        <p:spPr>
          <a:xfrm>
            <a:off x="2402237" y="720671"/>
            <a:ext cx="443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インターフェース上の</a:t>
            </a:r>
            <a:r>
              <a:rPr kumimoji="1" lang="en-US" altLang="ja-JP" dirty="0"/>
              <a:t>DNS</a:t>
            </a:r>
            <a:r>
              <a:rPr kumimoji="1" lang="ja-JP" altLang="en-US" dirty="0"/>
              <a:t>サービス</a:t>
            </a:r>
          </a:p>
        </p:txBody>
      </p:sp>
    </p:spTree>
    <p:extLst>
      <p:ext uri="{BB962C8B-B14F-4D97-AF65-F5344CB8AC3E}">
        <p14:creationId xmlns:p14="http://schemas.microsoft.com/office/powerpoint/2010/main" val="60803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7B4C837-A1AA-FAED-F33E-3CC2CD81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438" y="0"/>
            <a:ext cx="61131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20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ACA7F28-A5E7-0835-C0D8-226AB6C0F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03" y="0"/>
            <a:ext cx="60311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04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43B949-39F5-1BFF-76CB-E793F6A9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ipv6</a:t>
            </a:r>
            <a:endParaRPr kumimoji="1"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52FD5085-94F8-7A94-288E-CACC11219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57906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E7A3436-ACC1-481D-410C-AB0524417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363" y="1599996"/>
            <a:ext cx="4320914" cy="46943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1540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B7B4EF65-FD01-831A-FE23-5E0BFF882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991" y="1394244"/>
            <a:ext cx="7353937" cy="49686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8268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7CF6989E-A775-60E0-239D-E7269D7D1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26" y="4849937"/>
            <a:ext cx="8169348" cy="44428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9B03B88-15B0-BF83-979D-4FA45CD88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26" y="670350"/>
            <a:ext cx="8169348" cy="44352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2200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473432B-E273-F1D4-B0D8-81581AB8E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238" y="1447800"/>
            <a:ext cx="5311600" cy="2194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D5E6B57-E7FB-C65F-905F-9E1FDCA8C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65" y="3688175"/>
            <a:ext cx="5189670" cy="24919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53A01A2-641A-B1A9-D3B0-0B69B93D255A}"/>
              </a:ext>
            </a:extLst>
          </p:cNvPr>
          <p:cNvSpPr/>
          <p:nvPr/>
        </p:nvSpPr>
        <p:spPr>
          <a:xfrm>
            <a:off x="4282440" y="1066800"/>
            <a:ext cx="1028904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1820A55-5553-5E64-D75A-6B1D4ACBB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829" y="963843"/>
            <a:ext cx="4686706" cy="20042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8438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3B3625B-D1AF-292F-FDCC-5B94514E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118" y="0"/>
            <a:ext cx="597976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4998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ABA5F1D-B77A-C9BE-2FC2-A18E36AD6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21" y="0"/>
            <a:ext cx="6002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17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1A73AB-BA7D-E1E2-CF14-431AE2D3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Spg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E0D6B6-6DB2-6939-BBF5-C3DFF8EC1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7221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443736D-ED80-B041-F4B0-4E3E0A2B56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864"/>
          <a:stretch/>
        </p:blipFill>
        <p:spPr>
          <a:xfrm>
            <a:off x="1836147" y="3801750"/>
            <a:ext cx="9868755" cy="221465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60AEFEF-B623-D5CC-16F7-E13F8173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91" y="0"/>
            <a:ext cx="7445385" cy="396274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2864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4294250-CFA1-6945-9BDC-D4A558149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045" y="361684"/>
            <a:ext cx="5425910" cy="6134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E57A2BA-7964-08F8-733B-86B863960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91" y="4379937"/>
            <a:ext cx="11019475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358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B665D18-F9DD-A802-9209-5F3F3C237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16" y="471439"/>
            <a:ext cx="9045724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007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CC41198-29C6-E2A0-35ED-A349B4436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99" y="1520024"/>
            <a:ext cx="10181202" cy="381795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3132DCE-CB7E-AC66-3D7A-1E21014C1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126" y="4073714"/>
            <a:ext cx="7102455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23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B217F5F-E44C-F60A-DD0F-C39114635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251" y="0"/>
            <a:ext cx="50314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004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2300</TotalTime>
  <Words>370</Words>
  <Application>Microsoft Office PowerPoint</Application>
  <PresentationFormat>ワイド画面</PresentationFormat>
  <Paragraphs>170</Paragraphs>
  <Slides>35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1" baseType="lpstr">
      <vt:lpstr>BIZ UDPゴシック</vt:lpstr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ipv6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Spg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MORIYAMA Yuya</dc:creator>
  <cp:lastModifiedBy>MORIYAMA Yuya</cp:lastModifiedBy>
  <cp:revision>16</cp:revision>
  <dcterms:created xsi:type="dcterms:W3CDTF">2025-04-16T01:52:14Z</dcterms:created>
  <dcterms:modified xsi:type="dcterms:W3CDTF">2025-05-16T05:54:23Z</dcterms:modified>
</cp:coreProperties>
</file>